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5B272-3DAA-429C-B34F-2E4F41803AF9}" v="1" dt="2026-02-23T15:34:44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Sotiaux" userId="bf322666-57d4-4fb5-aab8-416a28c40cce" providerId="ADAL" clId="{1C38CF4F-4A94-4963-AA9A-4EB7EE22EEAA}"/>
    <pc:docChg chg="custSel modSld">
      <pc:chgData name="Sébastien Sotiaux" userId="bf322666-57d4-4fb5-aab8-416a28c40cce" providerId="ADAL" clId="{1C38CF4F-4A94-4963-AA9A-4EB7EE22EEAA}" dt="2026-02-23T15:35:10.774" v="123" actId="20577"/>
      <pc:docMkLst>
        <pc:docMk/>
      </pc:docMkLst>
      <pc:sldChg chg="modSp mod">
        <pc:chgData name="Sébastien Sotiaux" userId="bf322666-57d4-4fb5-aab8-416a28c40cce" providerId="ADAL" clId="{1C38CF4F-4A94-4963-AA9A-4EB7EE22EEAA}" dt="2026-02-23T15:35:10.774" v="123" actId="20577"/>
        <pc:sldMkLst>
          <pc:docMk/>
          <pc:sldMk cId="2926020038" sldId="261"/>
        </pc:sldMkLst>
        <pc:spChg chg="mod">
          <ac:chgData name="Sébastien Sotiaux" userId="bf322666-57d4-4fb5-aab8-416a28c40cce" providerId="ADAL" clId="{1C38CF4F-4A94-4963-AA9A-4EB7EE22EEAA}" dt="2026-02-23T15:35:10.774" v="123" actId="20577"/>
          <ac:spMkLst>
            <pc:docMk/>
            <pc:sldMk cId="2926020038" sldId="261"/>
            <ac:spMk id="3" creationId="{00000000-0000-0000-0000-000000000000}"/>
          </ac:spMkLst>
        </pc:spChg>
      </pc:sldChg>
      <pc:sldChg chg="modSp mod">
        <pc:chgData name="Sébastien Sotiaux" userId="bf322666-57d4-4fb5-aab8-416a28c40cce" providerId="ADAL" clId="{1C38CF4F-4A94-4963-AA9A-4EB7EE22EEAA}" dt="2026-02-23T15:35:04.593" v="120" actId="20577"/>
        <pc:sldMkLst>
          <pc:docMk/>
          <pc:sldMk cId="2024177259" sldId="262"/>
        </pc:sldMkLst>
        <pc:spChg chg="mod">
          <ac:chgData name="Sébastien Sotiaux" userId="bf322666-57d4-4fb5-aab8-416a28c40cce" providerId="ADAL" clId="{1C38CF4F-4A94-4963-AA9A-4EB7EE22EEAA}" dt="2026-02-23T15:35:04.593" v="120" actId="20577"/>
          <ac:spMkLst>
            <pc:docMk/>
            <pc:sldMk cId="2024177259" sldId="262"/>
            <ac:spMk id="3" creationId="{00000000-0000-0000-0000-000000000000}"/>
          </ac:spMkLst>
        </pc:spChg>
      </pc:sldChg>
      <pc:sldChg chg="modSp mod">
        <pc:chgData name="Sébastien Sotiaux" userId="bf322666-57d4-4fb5-aab8-416a28c40cce" providerId="ADAL" clId="{1C38CF4F-4A94-4963-AA9A-4EB7EE22EEAA}" dt="2026-02-23T15:28:05.696" v="0" actId="20577"/>
        <pc:sldMkLst>
          <pc:docMk/>
          <pc:sldMk cId="444596047" sldId="263"/>
        </pc:sldMkLst>
        <pc:spChg chg="mod">
          <ac:chgData name="Sébastien Sotiaux" userId="bf322666-57d4-4fb5-aab8-416a28c40cce" providerId="ADAL" clId="{1C38CF4F-4A94-4963-AA9A-4EB7EE22EEAA}" dt="2026-02-23T15:28:05.696" v="0" actId="20577"/>
          <ac:spMkLst>
            <pc:docMk/>
            <pc:sldMk cId="444596047" sldId="263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705438-A6EE-4DA0-905E-542DD1694E2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5BFFC2-5F88-4FEB-B36F-295A6BA9F67C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.</a:t>
          </a:r>
        </a:p>
      </dgm:t>
    </dgm:pt>
    <dgm:pt modelId="{DB2AD07C-390C-499E-BFA9-3A30237D8C39}" type="parTrans" cxnId="{284615AA-0B7D-4F31-9B7D-13B69FBD61E7}">
      <dgm:prSet/>
      <dgm:spPr/>
      <dgm:t>
        <a:bodyPr/>
        <a:lstStyle/>
        <a:p>
          <a:endParaRPr lang="en-US"/>
        </a:p>
      </dgm:t>
    </dgm:pt>
    <dgm:pt modelId="{9388AB95-5AB5-4D96-B48A-2F49046D3377}" type="sibTrans" cxnId="{284615AA-0B7D-4F31-9B7D-13B69FBD61E7}">
      <dgm:prSet/>
      <dgm:spPr/>
      <dgm:t>
        <a:bodyPr/>
        <a:lstStyle/>
        <a:p>
          <a:endParaRPr lang="en-US"/>
        </a:p>
      </dgm:t>
    </dgm:pt>
    <dgm:pt modelId="{8790253D-2277-4E48-9FA1-E1F0B393BFE5}">
      <dgm:prSet phldrT="[Text]"/>
      <dgm:spPr/>
      <dgm:t>
        <a:bodyPr/>
        <a:lstStyle/>
        <a:p>
          <a:r>
            <a:rPr lang="en-US" dirty="0"/>
            <a:t>BE</a:t>
          </a:r>
        </a:p>
      </dgm:t>
    </dgm:pt>
    <dgm:pt modelId="{BFD9DA64-A3A9-40A8-A62F-E27B00D46353}" type="parTrans" cxnId="{279DE54B-D6CD-4813-B35C-ABBD016C0B65}">
      <dgm:prSet/>
      <dgm:spPr/>
      <dgm:t>
        <a:bodyPr/>
        <a:lstStyle/>
        <a:p>
          <a:endParaRPr lang="en-US"/>
        </a:p>
      </dgm:t>
    </dgm:pt>
    <dgm:pt modelId="{9A2811F6-AAFD-4544-9528-434B9D3A95F2}" type="sibTrans" cxnId="{279DE54B-D6CD-4813-B35C-ABBD016C0B65}">
      <dgm:prSet/>
      <dgm:spPr/>
      <dgm:t>
        <a:bodyPr/>
        <a:lstStyle/>
        <a:p>
          <a:endParaRPr lang="en-US"/>
        </a:p>
      </dgm:t>
    </dgm:pt>
    <dgm:pt modelId="{C1DDF723-8E05-4D3F-BE66-6C17BB7AA609}">
      <dgm:prSet phldrT="[Text]"/>
      <dgm:spPr/>
      <dgm:t>
        <a:bodyPr/>
        <a:lstStyle/>
        <a:p>
          <a:r>
            <a:rPr lang="en-US" dirty="0"/>
            <a:t>FR</a:t>
          </a:r>
        </a:p>
      </dgm:t>
    </dgm:pt>
    <dgm:pt modelId="{5BA54EA7-88B6-4814-B797-04C028300073}" type="parTrans" cxnId="{C5101488-B8E7-43AE-8038-289E1B5FBF6E}">
      <dgm:prSet/>
      <dgm:spPr/>
      <dgm:t>
        <a:bodyPr/>
        <a:lstStyle/>
        <a:p>
          <a:endParaRPr lang="en-US"/>
        </a:p>
      </dgm:t>
    </dgm:pt>
    <dgm:pt modelId="{0D18B812-7005-4512-83D6-A30211B960F5}" type="sibTrans" cxnId="{C5101488-B8E7-43AE-8038-289E1B5FBF6E}">
      <dgm:prSet/>
      <dgm:spPr/>
      <dgm:t>
        <a:bodyPr/>
        <a:lstStyle/>
        <a:p>
          <a:endParaRPr lang="en-US"/>
        </a:p>
      </dgm:t>
    </dgm:pt>
    <dgm:pt modelId="{508786CA-09BC-45EF-A851-9C513CC5B4F3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COM</a:t>
          </a:r>
        </a:p>
      </dgm:t>
    </dgm:pt>
    <dgm:pt modelId="{731C88C5-5E0F-46A9-A624-FDC8CA479AC4}" type="parTrans" cxnId="{4E260421-95E8-47D1-AE4B-8EF6968B1E3B}">
      <dgm:prSet/>
      <dgm:spPr/>
      <dgm:t>
        <a:bodyPr/>
        <a:lstStyle/>
        <a:p>
          <a:endParaRPr lang="en-US"/>
        </a:p>
      </dgm:t>
    </dgm:pt>
    <dgm:pt modelId="{68EA2AE2-DEB3-49B9-98AB-E63E02594825}" type="sibTrans" cxnId="{4E260421-95E8-47D1-AE4B-8EF6968B1E3B}">
      <dgm:prSet/>
      <dgm:spPr/>
      <dgm:t>
        <a:bodyPr/>
        <a:lstStyle/>
        <a:p>
          <a:endParaRPr lang="en-US"/>
        </a:p>
      </dgm:t>
    </dgm:pt>
    <dgm:pt modelId="{6F438756-AE3D-4D8C-95BF-3A6F18070849}">
      <dgm:prSet phldrT="[Text]"/>
      <dgm:spPr/>
      <dgm:t>
        <a:bodyPr/>
        <a:lstStyle/>
        <a:p>
          <a:r>
            <a:rPr lang="en-US" dirty="0"/>
            <a:t>GOOGLE</a:t>
          </a:r>
        </a:p>
      </dgm:t>
    </dgm:pt>
    <dgm:pt modelId="{9E2E0441-0052-49AF-A69F-CF15A896E237}" type="parTrans" cxnId="{46DA508D-E9BB-4A58-B121-7E72F149B579}">
      <dgm:prSet/>
      <dgm:spPr/>
      <dgm:t>
        <a:bodyPr/>
        <a:lstStyle/>
        <a:p>
          <a:endParaRPr lang="en-US"/>
        </a:p>
      </dgm:t>
    </dgm:pt>
    <dgm:pt modelId="{7C348D16-C8C0-4158-8A88-455F3F7AE3B5}" type="sibTrans" cxnId="{46DA508D-E9BB-4A58-B121-7E72F149B579}">
      <dgm:prSet/>
      <dgm:spPr/>
      <dgm:t>
        <a:bodyPr/>
        <a:lstStyle/>
        <a:p>
          <a:endParaRPr lang="en-US"/>
        </a:p>
      </dgm:t>
    </dgm:pt>
    <dgm:pt modelId="{C8B7C487-2737-40C6-96EB-717250A00614}">
      <dgm:prSet phldrT="[Text]"/>
      <dgm:spPr/>
      <dgm:t>
        <a:bodyPr/>
        <a:lstStyle/>
        <a:p>
          <a:r>
            <a:rPr lang="en-US" dirty="0"/>
            <a:t>MSN</a:t>
          </a:r>
        </a:p>
      </dgm:t>
    </dgm:pt>
    <dgm:pt modelId="{BD27A64A-62AB-44E0-84B2-EBD6C2AACDBB}" type="parTrans" cxnId="{A65E166A-0E2D-42BB-B92E-A93575B487C0}">
      <dgm:prSet/>
      <dgm:spPr/>
      <dgm:t>
        <a:bodyPr/>
        <a:lstStyle/>
        <a:p>
          <a:endParaRPr lang="en-US"/>
        </a:p>
      </dgm:t>
    </dgm:pt>
    <dgm:pt modelId="{5222388B-9155-4B89-A03A-182851E83D5B}" type="sibTrans" cxnId="{A65E166A-0E2D-42BB-B92E-A93575B487C0}">
      <dgm:prSet/>
      <dgm:spPr/>
      <dgm:t>
        <a:bodyPr/>
        <a:lstStyle/>
        <a:p>
          <a:endParaRPr lang="en-US"/>
        </a:p>
      </dgm:t>
    </dgm:pt>
    <dgm:pt modelId="{0B2F50A5-4567-4C55-9410-DDB2C173BCB6}">
      <dgm:prSet phldrT="[Text]"/>
      <dgm:spPr/>
      <dgm:t>
        <a:bodyPr/>
        <a:lstStyle/>
        <a:p>
          <a:r>
            <a:rPr lang="en-US" dirty="0"/>
            <a:t>WWW</a:t>
          </a:r>
        </a:p>
      </dgm:t>
    </dgm:pt>
    <dgm:pt modelId="{C14DBC5E-C469-419B-B26A-DF26DBF88C0C}" type="parTrans" cxnId="{BE2E9691-63B4-4130-8CD2-F29E702E4F96}">
      <dgm:prSet/>
      <dgm:spPr/>
      <dgm:t>
        <a:bodyPr/>
        <a:lstStyle/>
        <a:p>
          <a:endParaRPr lang="en-US"/>
        </a:p>
      </dgm:t>
    </dgm:pt>
    <dgm:pt modelId="{B0E0949D-A027-404B-8A05-5A6666ABDC8A}" type="sibTrans" cxnId="{BE2E9691-63B4-4130-8CD2-F29E702E4F96}">
      <dgm:prSet/>
      <dgm:spPr/>
      <dgm:t>
        <a:bodyPr/>
        <a:lstStyle/>
        <a:p>
          <a:endParaRPr lang="en-US"/>
        </a:p>
      </dgm:t>
    </dgm:pt>
    <dgm:pt modelId="{8F82591E-6A40-4650-88D8-F71CDD665163}">
      <dgm:prSet phldrT="[Text]"/>
      <dgm:spPr/>
      <dgm:t>
        <a:bodyPr/>
        <a:lstStyle/>
        <a:p>
          <a:r>
            <a:rPr lang="en-US" dirty="0"/>
            <a:t>WWW</a:t>
          </a:r>
        </a:p>
      </dgm:t>
    </dgm:pt>
    <dgm:pt modelId="{02770542-10A8-4071-8034-CB3AFAC85ED1}" type="parTrans" cxnId="{72242117-393B-43AC-B22D-8860003D4923}">
      <dgm:prSet/>
      <dgm:spPr/>
      <dgm:t>
        <a:bodyPr/>
        <a:lstStyle/>
        <a:p>
          <a:endParaRPr lang="en-US"/>
        </a:p>
      </dgm:t>
    </dgm:pt>
    <dgm:pt modelId="{E9F057CD-821B-45CD-9175-D2D49EE43A7F}" type="sibTrans" cxnId="{72242117-393B-43AC-B22D-8860003D4923}">
      <dgm:prSet/>
      <dgm:spPr/>
      <dgm:t>
        <a:bodyPr/>
        <a:lstStyle/>
        <a:p>
          <a:endParaRPr lang="en-US"/>
        </a:p>
      </dgm:t>
    </dgm:pt>
    <dgm:pt modelId="{32A75BAE-549C-4515-AAC9-9930A6656D50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TECHNO</a:t>
          </a:r>
        </a:p>
      </dgm:t>
    </dgm:pt>
    <dgm:pt modelId="{060FC488-3DCF-4258-886D-2ED38A217746}" type="parTrans" cxnId="{AC04E216-B8F2-4896-B6ED-872044EB5C09}">
      <dgm:prSet/>
      <dgm:spPr/>
      <dgm:t>
        <a:bodyPr/>
        <a:lstStyle/>
        <a:p>
          <a:endParaRPr lang="en-US"/>
        </a:p>
      </dgm:t>
    </dgm:pt>
    <dgm:pt modelId="{A1D97D18-C43D-40EB-9D96-F5C95CE8D6AB}" type="sibTrans" cxnId="{AC04E216-B8F2-4896-B6ED-872044EB5C09}">
      <dgm:prSet/>
      <dgm:spPr/>
      <dgm:t>
        <a:bodyPr/>
        <a:lstStyle/>
        <a:p>
          <a:endParaRPr lang="en-US"/>
        </a:p>
      </dgm:t>
    </dgm:pt>
    <dgm:pt modelId="{9AB1CEF3-C7B2-438B-A9F6-1C62594259AE}">
      <dgm:prSet phldrT="[Text]"/>
      <dgm:spPr/>
      <dgm:t>
        <a:bodyPr/>
        <a:lstStyle/>
        <a:p>
          <a:r>
            <a:rPr lang="en-US" dirty="0"/>
            <a:t>FACEBOOK</a:t>
          </a:r>
        </a:p>
      </dgm:t>
    </dgm:pt>
    <dgm:pt modelId="{9E292399-2985-452C-AE04-ABCEBEF17679}" type="parTrans" cxnId="{A508E377-9B85-466F-BF1F-CA06D64D017E}">
      <dgm:prSet/>
      <dgm:spPr/>
      <dgm:t>
        <a:bodyPr/>
        <a:lstStyle/>
        <a:p>
          <a:endParaRPr lang="en-US"/>
        </a:p>
      </dgm:t>
    </dgm:pt>
    <dgm:pt modelId="{54D8534D-6D7E-428C-BD88-DF0A894952AD}" type="sibTrans" cxnId="{A508E377-9B85-466F-BF1F-CA06D64D017E}">
      <dgm:prSet/>
      <dgm:spPr/>
      <dgm:t>
        <a:bodyPr/>
        <a:lstStyle/>
        <a:p>
          <a:endParaRPr lang="en-US"/>
        </a:p>
      </dgm:t>
    </dgm:pt>
    <dgm:pt modelId="{65978B0D-0736-4F50-B521-B20D7336B559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WWW</a:t>
          </a:r>
        </a:p>
      </dgm:t>
    </dgm:pt>
    <dgm:pt modelId="{BE8BBF31-214A-4A3E-8FBD-BD78F1BB10E3}" type="parTrans" cxnId="{247E6B06-2804-4666-8625-4EA0420D7348}">
      <dgm:prSet/>
      <dgm:spPr/>
      <dgm:t>
        <a:bodyPr/>
        <a:lstStyle/>
        <a:p>
          <a:endParaRPr lang="en-US"/>
        </a:p>
      </dgm:t>
    </dgm:pt>
    <dgm:pt modelId="{CB0FCC72-2EFE-4050-A214-97A9E3980BB5}" type="sibTrans" cxnId="{247E6B06-2804-4666-8625-4EA0420D7348}">
      <dgm:prSet/>
      <dgm:spPr/>
      <dgm:t>
        <a:bodyPr/>
        <a:lstStyle/>
        <a:p>
          <a:endParaRPr lang="en-US"/>
        </a:p>
      </dgm:t>
    </dgm:pt>
    <dgm:pt modelId="{3FA17D14-34F0-4DFC-B840-997052C9BBE3}">
      <dgm:prSet phldrT="[Text]"/>
      <dgm:spPr/>
      <dgm:t>
        <a:bodyPr/>
        <a:lstStyle/>
        <a:p>
          <a:r>
            <a:rPr lang="en-US" dirty="0"/>
            <a:t>MAIL</a:t>
          </a:r>
        </a:p>
      </dgm:t>
    </dgm:pt>
    <dgm:pt modelId="{833B7841-487C-4995-9B63-887FDF420935}" type="parTrans" cxnId="{08A87693-6AF6-44D5-871F-EA8169F397D5}">
      <dgm:prSet/>
      <dgm:spPr/>
      <dgm:t>
        <a:bodyPr/>
        <a:lstStyle/>
        <a:p>
          <a:endParaRPr lang="en-US"/>
        </a:p>
      </dgm:t>
    </dgm:pt>
    <dgm:pt modelId="{B17BC7C4-9032-4D30-95B4-5DCB0186E297}" type="sibTrans" cxnId="{08A87693-6AF6-44D5-871F-EA8169F397D5}">
      <dgm:prSet/>
      <dgm:spPr/>
      <dgm:t>
        <a:bodyPr/>
        <a:lstStyle/>
        <a:p>
          <a:endParaRPr lang="en-US"/>
        </a:p>
      </dgm:t>
    </dgm:pt>
    <dgm:pt modelId="{D6601176-DB30-4874-AC84-B6B5117075C3}">
      <dgm:prSet phldrT="[Text]"/>
      <dgm:spPr/>
      <dgm:t>
        <a:bodyPr/>
        <a:lstStyle/>
        <a:p>
          <a:r>
            <a:rPr lang="en-US" dirty="0"/>
            <a:t>FTP</a:t>
          </a:r>
        </a:p>
      </dgm:t>
    </dgm:pt>
    <dgm:pt modelId="{AFFCA1F7-3DD6-4588-90DC-B1BB0F7892EF}" type="parTrans" cxnId="{D815C4CA-98AE-4480-842A-9DA0D52AEE4A}">
      <dgm:prSet/>
      <dgm:spPr/>
      <dgm:t>
        <a:bodyPr/>
        <a:lstStyle/>
        <a:p>
          <a:endParaRPr lang="en-US"/>
        </a:p>
      </dgm:t>
    </dgm:pt>
    <dgm:pt modelId="{0F7A67B8-7238-46BC-B3BF-A1A0932A1411}" type="sibTrans" cxnId="{D815C4CA-98AE-4480-842A-9DA0D52AEE4A}">
      <dgm:prSet/>
      <dgm:spPr/>
      <dgm:t>
        <a:bodyPr/>
        <a:lstStyle/>
        <a:p>
          <a:endParaRPr lang="en-US"/>
        </a:p>
      </dgm:t>
    </dgm:pt>
    <dgm:pt modelId="{C7B7AD19-6D39-4C87-B340-1B828D12FEE5}" type="pres">
      <dgm:prSet presAssocID="{92705438-A6EE-4DA0-905E-542DD1694E2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151D35-FC48-4DD7-95D0-43B9CF75EC5A}" type="pres">
      <dgm:prSet presAssocID="{835BFFC2-5F88-4FEB-B36F-295A6BA9F67C}" presName="hierRoot1" presStyleCnt="0">
        <dgm:presLayoutVars>
          <dgm:hierBranch val="init"/>
        </dgm:presLayoutVars>
      </dgm:prSet>
      <dgm:spPr/>
    </dgm:pt>
    <dgm:pt modelId="{CED5D5D5-6F5C-4785-B37F-D5A543E07BF0}" type="pres">
      <dgm:prSet presAssocID="{835BFFC2-5F88-4FEB-B36F-295A6BA9F67C}" presName="rootComposite1" presStyleCnt="0"/>
      <dgm:spPr/>
    </dgm:pt>
    <dgm:pt modelId="{7D4DF17F-5931-40B1-8FD5-252333D98F78}" type="pres">
      <dgm:prSet presAssocID="{835BFFC2-5F88-4FEB-B36F-295A6BA9F67C}" presName="rootText1" presStyleLbl="node0" presStyleIdx="0" presStyleCnt="1">
        <dgm:presLayoutVars>
          <dgm:chPref val="3"/>
        </dgm:presLayoutVars>
      </dgm:prSet>
      <dgm:spPr/>
    </dgm:pt>
    <dgm:pt modelId="{95411B43-F96C-40F8-AE18-9A0C2F1234A3}" type="pres">
      <dgm:prSet presAssocID="{835BFFC2-5F88-4FEB-B36F-295A6BA9F67C}" presName="rootConnector1" presStyleLbl="node1" presStyleIdx="0" presStyleCnt="0"/>
      <dgm:spPr/>
    </dgm:pt>
    <dgm:pt modelId="{5901C452-FE1D-4429-A69A-3B44B79749A7}" type="pres">
      <dgm:prSet presAssocID="{835BFFC2-5F88-4FEB-B36F-295A6BA9F67C}" presName="hierChild2" presStyleCnt="0"/>
      <dgm:spPr/>
    </dgm:pt>
    <dgm:pt modelId="{3C1B81B7-6D1C-4E0F-9410-B4C2F59D47C6}" type="pres">
      <dgm:prSet presAssocID="{BFD9DA64-A3A9-40A8-A62F-E27B00D46353}" presName="Name37" presStyleLbl="parChTrans1D2" presStyleIdx="0" presStyleCnt="3"/>
      <dgm:spPr/>
    </dgm:pt>
    <dgm:pt modelId="{28743AB0-8533-43BD-B052-BA5AAEDDA6E7}" type="pres">
      <dgm:prSet presAssocID="{8790253D-2277-4E48-9FA1-E1F0B393BFE5}" presName="hierRoot2" presStyleCnt="0">
        <dgm:presLayoutVars>
          <dgm:hierBranch val="init"/>
        </dgm:presLayoutVars>
      </dgm:prSet>
      <dgm:spPr/>
    </dgm:pt>
    <dgm:pt modelId="{B03AD56C-C1F4-4AD0-A534-0206CA288583}" type="pres">
      <dgm:prSet presAssocID="{8790253D-2277-4E48-9FA1-E1F0B393BFE5}" presName="rootComposite" presStyleCnt="0"/>
      <dgm:spPr/>
    </dgm:pt>
    <dgm:pt modelId="{EEABBB5C-C163-4A05-B437-30F3129A42F7}" type="pres">
      <dgm:prSet presAssocID="{8790253D-2277-4E48-9FA1-E1F0B393BFE5}" presName="rootText" presStyleLbl="node2" presStyleIdx="0" presStyleCnt="3">
        <dgm:presLayoutVars>
          <dgm:chPref val="3"/>
        </dgm:presLayoutVars>
      </dgm:prSet>
      <dgm:spPr/>
    </dgm:pt>
    <dgm:pt modelId="{574F2E81-9086-4E65-BEA5-A8B7F21C6C29}" type="pres">
      <dgm:prSet presAssocID="{8790253D-2277-4E48-9FA1-E1F0B393BFE5}" presName="rootConnector" presStyleLbl="node2" presStyleIdx="0" presStyleCnt="3"/>
      <dgm:spPr/>
    </dgm:pt>
    <dgm:pt modelId="{6E20B96F-C46E-42D4-BA25-8450C982D54C}" type="pres">
      <dgm:prSet presAssocID="{8790253D-2277-4E48-9FA1-E1F0B393BFE5}" presName="hierChild4" presStyleCnt="0"/>
      <dgm:spPr/>
    </dgm:pt>
    <dgm:pt modelId="{968D6D85-3B9C-49C2-9211-7EE1882A7FD6}" type="pres">
      <dgm:prSet presAssocID="{9E2E0441-0052-49AF-A69F-CF15A896E237}" presName="Name37" presStyleLbl="parChTrans1D3" presStyleIdx="0" presStyleCnt="4"/>
      <dgm:spPr/>
    </dgm:pt>
    <dgm:pt modelId="{1474A583-FEB0-446B-B7F0-1FABDDBD5E72}" type="pres">
      <dgm:prSet presAssocID="{6F438756-AE3D-4D8C-95BF-3A6F18070849}" presName="hierRoot2" presStyleCnt="0">
        <dgm:presLayoutVars>
          <dgm:hierBranch val="init"/>
        </dgm:presLayoutVars>
      </dgm:prSet>
      <dgm:spPr/>
    </dgm:pt>
    <dgm:pt modelId="{78C9AC81-5D15-490F-A570-064C84F10B53}" type="pres">
      <dgm:prSet presAssocID="{6F438756-AE3D-4D8C-95BF-3A6F18070849}" presName="rootComposite" presStyleCnt="0"/>
      <dgm:spPr/>
    </dgm:pt>
    <dgm:pt modelId="{CA3CEDC9-D230-4BD9-B126-D68DC8416F35}" type="pres">
      <dgm:prSet presAssocID="{6F438756-AE3D-4D8C-95BF-3A6F18070849}" presName="rootText" presStyleLbl="node3" presStyleIdx="0" presStyleCnt="4" custLinFactNeighborX="-17011">
        <dgm:presLayoutVars>
          <dgm:chPref val="3"/>
        </dgm:presLayoutVars>
      </dgm:prSet>
      <dgm:spPr/>
    </dgm:pt>
    <dgm:pt modelId="{BFE7AB58-3BFD-4EDC-876C-F574CD0B4147}" type="pres">
      <dgm:prSet presAssocID="{6F438756-AE3D-4D8C-95BF-3A6F18070849}" presName="rootConnector" presStyleLbl="node3" presStyleIdx="0" presStyleCnt="4"/>
      <dgm:spPr/>
    </dgm:pt>
    <dgm:pt modelId="{43D72A6A-DEE7-483E-BA7A-17724D57CE0F}" type="pres">
      <dgm:prSet presAssocID="{6F438756-AE3D-4D8C-95BF-3A6F18070849}" presName="hierChild4" presStyleCnt="0"/>
      <dgm:spPr/>
    </dgm:pt>
    <dgm:pt modelId="{BF6E2DF3-714E-4AA1-AE0E-C940A3FBE27C}" type="pres">
      <dgm:prSet presAssocID="{C14DBC5E-C469-419B-B26A-DF26DBF88C0C}" presName="Name37" presStyleLbl="parChTrans1D4" presStyleIdx="0" presStyleCnt="5"/>
      <dgm:spPr/>
    </dgm:pt>
    <dgm:pt modelId="{ADD1D229-14BA-4950-B968-7AE4687EE322}" type="pres">
      <dgm:prSet presAssocID="{0B2F50A5-4567-4C55-9410-DDB2C173BCB6}" presName="hierRoot2" presStyleCnt="0">
        <dgm:presLayoutVars>
          <dgm:hierBranch val="init"/>
        </dgm:presLayoutVars>
      </dgm:prSet>
      <dgm:spPr/>
    </dgm:pt>
    <dgm:pt modelId="{5B800491-2C7E-493E-A1DA-660B29967749}" type="pres">
      <dgm:prSet presAssocID="{0B2F50A5-4567-4C55-9410-DDB2C173BCB6}" presName="rootComposite" presStyleCnt="0"/>
      <dgm:spPr/>
    </dgm:pt>
    <dgm:pt modelId="{7072A789-DADF-416C-A2A5-ECE24797A73E}" type="pres">
      <dgm:prSet presAssocID="{0B2F50A5-4567-4C55-9410-DDB2C173BCB6}" presName="rootText" presStyleLbl="node4" presStyleIdx="0" presStyleCnt="5" custLinFactNeighborX="-22498" custLinFactNeighborY="-4581">
        <dgm:presLayoutVars>
          <dgm:chPref val="3"/>
        </dgm:presLayoutVars>
      </dgm:prSet>
      <dgm:spPr/>
    </dgm:pt>
    <dgm:pt modelId="{6C981F94-6492-4689-9353-B890060E1B89}" type="pres">
      <dgm:prSet presAssocID="{0B2F50A5-4567-4C55-9410-DDB2C173BCB6}" presName="rootConnector" presStyleLbl="node4" presStyleIdx="0" presStyleCnt="5"/>
      <dgm:spPr/>
    </dgm:pt>
    <dgm:pt modelId="{C11DF85C-03A8-46D0-9C55-8F49A7EB496C}" type="pres">
      <dgm:prSet presAssocID="{0B2F50A5-4567-4C55-9410-DDB2C173BCB6}" presName="hierChild4" presStyleCnt="0"/>
      <dgm:spPr/>
    </dgm:pt>
    <dgm:pt modelId="{BC91443E-C21B-4919-9229-8E5DF444D104}" type="pres">
      <dgm:prSet presAssocID="{0B2F50A5-4567-4C55-9410-DDB2C173BCB6}" presName="hierChild5" presStyleCnt="0"/>
      <dgm:spPr/>
    </dgm:pt>
    <dgm:pt modelId="{EAEAC52F-37E9-481C-A1F3-CC6D14605494}" type="pres">
      <dgm:prSet presAssocID="{6F438756-AE3D-4D8C-95BF-3A6F18070849}" presName="hierChild5" presStyleCnt="0"/>
      <dgm:spPr/>
    </dgm:pt>
    <dgm:pt modelId="{29AD91C1-BE69-49AD-9EFA-34BB7836C71F}" type="pres">
      <dgm:prSet presAssocID="{BD27A64A-62AB-44E0-84B2-EBD6C2AACDBB}" presName="Name37" presStyleLbl="parChTrans1D3" presStyleIdx="1" presStyleCnt="4"/>
      <dgm:spPr/>
    </dgm:pt>
    <dgm:pt modelId="{3C20BB82-967E-4C62-A908-D91A92A0D38E}" type="pres">
      <dgm:prSet presAssocID="{C8B7C487-2737-40C6-96EB-717250A00614}" presName="hierRoot2" presStyleCnt="0">
        <dgm:presLayoutVars>
          <dgm:hierBranch val="init"/>
        </dgm:presLayoutVars>
      </dgm:prSet>
      <dgm:spPr/>
    </dgm:pt>
    <dgm:pt modelId="{4AB6A673-3F85-45B4-A276-0EE0D9BF918A}" type="pres">
      <dgm:prSet presAssocID="{C8B7C487-2737-40C6-96EB-717250A00614}" presName="rootComposite" presStyleCnt="0"/>
      <dgm:spPr/>
    </dgm:pt>
    <dgm:pt modelId="{ED4E6CFB-ECA2-4606-BF63-0A9CA45E0014}" type="pres">
      <dgm:prSet presAssocID="{C8B7C487-2737-40C6-96EB-717250A00614}" presName="rootText" presStyleLbl="node3" presStyleIdx="1" presStyleCnt="4">
        <dgm:presLayoutVars>
          <dgm:chPref val="3"/>
        </dgm:presLayoutVars>
      </dgm:prSet>
      <dgm:spPr/>
    </dgm:pt>
    <dgm:pt modelId="{2E279A38-2564-416F-B1AA-057C1BFDE3EB}" type="pres">
      <dgm:prSet presAssocID="{C8B7C487-2737-40C6-96EB-717250A00614}" presName="rootConnector" presStyleLbl="node3" presStyleIdx="1" presStyleCnt="4"/>
      <dgm:spPr/>
    </dgm:pt>
    <dgm:pt modelId="{E72A5B80-85F9-4F3A-B350-4BCE3BC9FD4A}" type="pres">
      <dgm:prSet presAssocID="{C8B7C487-2737-40C6-96EB-717250A00614}" presName="hierChild4" presStyleCnt="0"/>
      <dgm:spPr/>
    </dgm:pt>
    <dgm:pt modelId="{B420DBAE-C69E-4CEB-A726-E0178F4A6EDC}" type="pres">
      <dgm:prSet presAssocID="{02770542-10A8-4071-8034-CB3AFAC85ED1}" presName="Name37" presStyleLbl="parChTrans1D4" presStyleIdx="1" presStyleCnt="5"/>
      <dgm:spPr/>
    </dgm:pt>
    <dgm:pt modelId="{A035D75A-DCA7-407A-8E49-27BEFA0C1189}" type="pres">
      <dgm:prSet presAssocID="{8F82591E-6A40-4650-88D8-F71CDD665163}" presName="hierRoot2" presStyleCnt="0">
        <dgm:presLayoutVars>
          <dgm:hierBranch val="init"/>
        </dgm:presLayoutVars>
      </dgm:prSet>
      <dgm:spPr/>
    </dgm:pt>
    <dgm:pt modelId="{1DBF0292-99C3-4713-B365-3D8D40FADA6D}" type="pres">
      <dgm:prSet presAssocID="{8F82591E-6A40-4650-88D8-F71CDD665163}" presName="rootComposite" presStyleCnt="0"/>
      <dgm:spPr/>
    </dgm:pt>
    <dgm:pt modelId="{470D7984-B9AF-41B0-AAAA-3B452052AD94}" type="pres">
      <dgm:prSet presAssocID="{8F82591E-6A40-4650-88D8-F71CDD665163}" presName="rootText" presStyleLbl="node4" presStyleIdx="1" presStyleCnt="5" custLinFactNeighborX="-10535" custLinFactNeighborY="-4581">
        <dgm:presLayoutVars>
          <dgm:chPref val="3"/>
        </dgm:presLayoutVars>
      </dgm:prSet>
      <dgm:spPr/>
    </dgm:pt>
    <dgm:pt modelId="{466AF260-E8FF-4FE9-BBDE-45CE95E16223}" type="pres">
      <dgm:prSet presAssocID="{8F82591E-6A40-4650-88D8-F71CDD665163}" presName="rootConnector" presStyleLbl="node4" presStyleIdx="1" presStyleCnt="5"/>
      <dgm:spPr/>
    </dgm:pt>
    <dgm:pt modelId="{67C41FF7-FFB3-40E5-94B5-DECB9372B6A1}" type="pres">
      <dgm:prSet presAssocID="{8F82591E-6A40-4650-88D8-F71CDD665163}" presName="hierChild4" presStyleCnt="0"/>
      <dgm:spPr/>
    </dgm:pt>
    <dgm:pt modelId="{D274B7C6-2C42-4CD4-9487-9B43793455BA}" type="pres">
      <dgm:prSet presAssocID="{8F82591E-6A40-4650-88D8-F71CDD665163}" presName="hierChild5" presStyleCnt="0"/>
      <dgm:spPr/>
    </dgm:pt>
    <dgm:pt modelId="{A9A839F7-5F7E-4E4F-87DF-D38CCC061DC7}" type="pres">
      <dgm:prSet presAssocID="{C8B7C487-2737-40C6-96EB-717250A00614}" presName="hierChild5" presStyleCnt="0"/>
      <dgm:spPr/>
    </dgm:pt>
    <dgm:pt modelId="{2D3E54D0-12C5-43FB-8805-CE90B0D594EB}" type="pres">
      <dgm:prSet presAssocID="{8790253D-2277-4E48-9FA1-E1F0B393BFE5}" presName="hierChild5" presStyleCnt="0"/>
      <dgm:spPr/>
    </dgm:pt>
    <dgm:pt modelId="{ED8CB72C-43DE-451A-986B-6E15BFA26CFB}" type="pres">
      <dgm:prSet presAssocID="{5BA54EA7-88B6-4814-B797-04C028300073}" presName="Name37" presStyleLbl="parChTrans1D2" presStyleIdx="1" presStyleCnt="3"/>
      <dgm:spPr/>
    </dgm:pt>
    <dgm:pt modelId="{0BA80CFF-97CE-4747-B8B6-C552174D4992}" type="pres">
      <dgm:prSet presAssocID="{C1DDF723-8E05-4D3F-BE66-6C17BB7AA609}" presName="hierRoot2" presStyleCnt="0">
        <dgm:presLayoutVars>
          <dgm:hierBranch val="init"/>
        </dgm:presLayoutVars>
      </dgm:prSet>
      <dgm:spPr/>
    </dgm:pt>
    <dgm:pt modelId="{F79C9C83-DC15-4C0E-8592-BED6B8100F4A}" type="pres">
      <dgm:prSet presAssocID="{C1DDF723-8E05-4D3F-BE66-6C17BB7AA609}" presName="rootComposite" presStyleCnt="0"/>
      <dgm:spPr/>
    </dgm:pt>
    <dgm:pt modelId="{92FA27ED-F55E-4845-9A79-48488A760D95}" type="pres">
      <dgm:prSet presAssocID="{C1DDF723-8E05-4D3F-BE66-6C17BB7AA609}" presName="rootText" presStyleLbl="node2" presStyleIdx="1" presStyleCnt="3">
        <dgm:presLayoutVars>
          <dgm:chPref val="3"/>
        </dgm:presLayoutVars>
      </dgm:prSet>
      <dgm:spPr/>
    </dgm:pt>
    <dgm:pt modelId="{50C357D9-3A9E-4140-AD68-0D0A96077D50}" type="pres">
      <dgm:prSet presAssocID="{C1DDF723-8E05-4D3F-BE66-6C17BB7AA609}" presName="rootConnector" presStyleLbl="node2" presStyleIdx="1" presStyleCnt="3"/>
      <dgm:spPr/>
    </dgm:pt>
    <dgm:pt modelId="{0D940F50-D7FF-439E-9507-80BFF4EA6818}" type="pres">
      <dgm:prSet presAssocID="{C1DDF723-8E05-4D3F-BE66-6C17BB7AA609}" presName="hierChild4" presStyleCnt="0"/>
      <dgm:spPr/>
    </dgm:pt>
    <dgm:pt modelId="{CBA0AC53-BB53-4B2C-844D-C818365FDE06}" type="pres">
      <dgm:prSet presAssocID="{C1DDF723-8E05-4D3F-BE66-6C17BB7AA609}" presName="hierChild5" presStyleCnt="0"/>
      <dgm:spPr/>
    </dgm:pt>
    <dgm:pt modelId="{7F9F8065-3037-4893-B4AB-23F3AF44DB97}" type="pres">
      <dgm:prSet presAssocID="{731C88C5-5E0F-46A9-A624-FDC8CA479AC4}" presName="Name37" presStyleLbl="parChTrans1D2" presStyleIdx="2" presStyleCnt="3"/>
      <dgm:spPr/>
    </dgm:pt>
    <dgm:pt modelId="{02860920-C082-4D99-98C9-2C97ED297F2A}" type="pres">
      <dgm:prSet presAssocID="{508786CA-09BC-45EF-A851-9C513CC5B4F3}" presName="hierRoot2" presStyleCnt="0">
        <dgm:presLayoutVars>
          <dgm:hierBranch val="init"/>
        </dgm:presLayoutVars>
      </dgm:prSet>
      <dgm:spPr/>
    </dgm:pt>
    <dgm:pt modelId="{61BF0D7D-06A5-4340-8A82-7FE6C033A92D}" type="pres">
      <dgm:prSet presAssocID="{508786CA-09BC-45EF-A851-9C513CC5B4F3}" presName="rootComposite" presStyleCnt="0"/>
      <dgm:spPr/>
    </dgm:pt>
    <dgm:pt modelId="{61A981C5-A334-47BB-8ACE-5BB5BB30325C}" type="pres">
      <dgm:prSet presAssocID="{508786CA-09BC-45EF-A851-9C513CC5B4F3}" presName="rootText" presStyleLbl="node2" presStyleIdx="2" presStyleCnt="3">
        <dgm:presLayoutVars>
          <dgm:chPref val="3"/>
        </dgm:presLayoutVars>
      </dgm:prSet>
      <dgm:spPr/>
    </dgm:pt>
    <dgm:pt modelId="{7E9FBD9D-ADA4-4C82-8954-677ABD8CB4AE}" type="pres">
      <dgm:prSet presAssocID="{508786CA-09BC-45EF-A851-9C513CC5B4F3}" presName="rootConnector" presStyleLbl="node2" presStyleIdx="2" presStyleCnt="3"/>
      <dgm:spPr/>
    </dgm:pt>
    <dgm:pt modelId="{51BB71B7-FDA6-4E04-B5E2-6612159E683E}" type="pres">
      <dgm:prSet presAssocID="{508786CA-09BC-45EF-A851-9C513CC5B4F3}" presName="hierChild4" presStyleCnt="0"/>
      <dgm:spPr/>
    </dgm:pt>
    <dgm:pt modelId="{83DC495C-A37A-4BE6-8E61-16AC4CCC3C23}" type="pres">
      <dgm:prSet presAssocID="{060FC488-3DCF-4258-886D-2ED38A217746}" presName="Name37" presStyleLbl="parChTrans1D3" presStyleIdx="2" presStyleCnt="4"/>
      <dgm:spPr/>
    </dgm:pt>
    <dgm:pt modelId="{CC077BCF-C7B5-4A1F-B7F7-DF5833D36579}" type="pres">
      <dgm:prSet presAssocID="{32A75BAE-549C-4515-AAC9-9930A6656D50}" presName="hierRoot2" presStyleCnt="0">
        <dgm:presLayoutVars>
          <dgm:hierBranch val="init"/>
        </dgm:presLayoutVars>
      </dgm:prSet>
      <dgm:spPr/>
    </dgm:pt>
    <dgm:pt modelId="{87FB54CF-F66F-4B6A-A1B3-BB31BEA90EB9}" type="pres">
      <dgm:prSet presAssocID="{32A75BAE-549C-4515-AAC9-9930A6656D50}" presName="rootComposite" presStyleCnt="0"/>
      <dgm:spPr/>
    </dgm:pt>
    <dgm:pt modelId="{270BF69E-4EE8-450B-A2E2-63232ADAF9C7}" type="pres">
      <dgm:prSet presAssocID="{32A75BAE-549C-4515-AAC9-9930A6656D50}" presName="rootText" presStyleLbl="node3" presStyleIdx="2" presStyleCnt="4">
        <dgm:presLayoutVars>
          <dgm:chPref val="3"/>
        </dgm:presLayoutVars>
      </dgm:prSet>
      <dgm:spPr/>
    </dgm:pt>
    <dgm:pt modelId="{BEF7D42A-60C2-401C-84A5-2A6BC170C599}" type="pres">
      <dgm:prSet presAssocID="{32A75BAE-549C-4515-AAC9-9930A6656D50}" presName="rootConnector" presStyleLbl="node3" presStyleIdx="2" presStyleCnt="4"/>
      <dgm:spPr/>
    </dgm:pt>
    <dgm:pt modelId="{8AB29CB2-7E6E-4229-B10A-BFD693871E80}" type="pres">
      <dgm:prSet presAssocID="{32A75BAE-549C-4515-AAC9-9930A6656D50}" presName="hierChild4" presStyleCnt="0"/>
      <dgm:spPr/>
    </dgm:pt>
    <dgm:pt modelId="{054FE09C-936A-40DD-A624-3945FC1318B7}" type="pres">
      <dgm:prSet presAssocID="{BE8BBF31-214A-4A3E-8FBD-BD78F1BB10E3}" presName="Name37" presStyleLbl="parChTrans1D4" presStyleIdx="2" presStyleCnt="5"/>
      <dgm:spPr/>
    </dgm:pt>
    <dgm:pt modelId="{CCF6D324-7673-4BE7-8BC9-32822B6B65E7}" type="pres">
      <dgm:prSet presAssocID="{65978B0D-0736-4F50-B521-B20D7336B559}" presName="hierRoot2" presStyleCnt="0">
        <dgm:presLayoutVars>
          <dgm:hierBranch val="init"/>
        </dgm:presLayoutVars>
      </dgm:prSet>
      <dgm:spPr/>
    </dgm:pt>
    <dgm:pt modelId="{8DD2D520-CFC9-42D3-9ED2-E5C41ACC3ED4}" type="pres">
      <dgm:prSet presAssocID="{65978B0D-0736-4F50-B521-B20D7336B559}" presName="rootComposite" presStyleCnt="0"/>
      <dgm:spPr/>
    </dgm:pt>
    <dgm:pt modelId="{6D325FAF-70D5-49C9-9DE3-BD69E8711758}" type="pres">
      <dgm:prSet presAssocID="{65978B0D-0736-4F50-B521-B20D7336B559}" presName="rootText" presStyleLbl="node4" presStyleIdx="2" presStyleCnt="5">
        <dgm:presLayoutVars>
          <dgm:chPref val="3"/>
        </dgm:presLayoutVars>
      </dgm:prSet>
      <dgm:spPr/>
    </dgm:pt>
    <dgm:pt modelId="{B8124C7E-3AE2-4D23-A988-A6504B322FCD}" type="pres">
      <dgm:prSet presAssocID="{65978B0D-0736-4F50-B521-B20D7336B559}" presName="rootConnector" presStyleLbl="node4" presStyleIdx="2" presStyleCnt="5"/>
      <dgm:spPr/>
    </dgm:pt>
    <dgm:pt modelId="{3D73A5CB-43FB-4F82-832F-464963F8267C}" type="pres">
      <dgm:prSet presAssocID="{65978B0D-0736-4F50-B521-B20D7336B559}" presName="hierChild4" presStyleCnt="0"/>
      <dgm:spPr/>
    </dgm:pt>
    <dgm:pt modelId="{BBD79510-1BF0-4011-8326-083E35A3B983}" type="pres">
      <dgm:prSet presAssocID="{65978B0D-0736-4F50-B521-B20D7336B559}" presName="hierChild5" presStyleCnt="0"/>
      <dgm:spPr/>
    </dgm:pt>
    <dgm:pt modelId="{5974B194-317E-4DEC-BA34-5303765CBD0B}" type="pres">
      <dgm:prSet presAssocID="{833B7841-487C-4995-9B63-887FDF420935}" presName="Name37" presStyleLbl="parChTrans1D4" presStyleIdx="3" presStyleCnt="5"/>
      <dgm:spPr/>
    </dgm:pt>
    <dgm:pt modelId="{765315FC-AF94-445F-90FC-67ED012C4B3E}" type="pres">
      <dgm:prSet presAssocID="{3FA17D14-34F0-4DFC-B840-997052C9BBE3}" presName="hierRoot2" presStyleCnt="0">
        <dgm:presLayoutVars>
          <dgm:hierBranch val="init"/>
        </dgm:presLayoutVars>
      </dgm:prSet>
      <dgm:spPr/>
    </dgm:pt>
    <dgm:pt modelId="{F4EF33F0-FEFA-404D-A6CF-541D224D4BF8}" type="pres">
      <dgm:prSet presAssocID="{3FA17D14-34F0-4DFC-B840-997052C9BBE3}" presName="rootComposite" presStyleCnt="0"/>
      <dgm:spPr/>
    </dgm:pt>
    <dgm:pt modelId="{3D7C8AB9-0BA8-4BF1-861C-0DECBE5A7396}" type="pres">
      <dgm:prSet presAssocID="{3FA17D14-34F0-4DFC-B840-997052C9BBE3}" presName="rootText" presStyleLbl="node4" presStyleIdx="3" presStyleCnt="5">
        <dgm:presLayoutVars>
          <dgm:chPref val="3"/>
        </dgm:presLayoutVars>
      </dgm:prSet>
      <dgm:spPr/>
    </dgm:pt>
    <dgm:pt modelId="{F5AAB9B4-5619-41EE-9089-7EF087E6460E}" type="pres">
      <dgm:prSet presAssocID="{3FA17D14-34F0-4DFC-B840-997052C9BBE3}" presName="rootConnector" presStyleLbl="node4" presStyleIdx="3" presStyleCnt="5"/>
      <dgm:spPr/>
    </dgm:pt>
    <dgm:pt modelId="{A8927184-BB11-4CA1-8545-521D87C4544E}" type="pres">
      <dgm:prSet presAssocID="{3FA17D14-34F0-4DFC-B840-997052C9BBE3}" presName="hierChild4" presStyleCnt="0"/>
      <dgm:spPr/>
    </dgm:pt>
    <dgm:pt modelId="{FEF0716E-7E9A-403C-88FA-BC87E5399D86}" type="pres">
      <dgm:prSet presAssocID="{3FA17D14-34F0-4DFC-B840-997052C9BBE3}" presName="hierChild5" presStyleCnt="0"/>
      <dgm:spPr/>
    </dgm:pt>
    <dgm:pt modelId="{C55C5902-325A-449D-9465-987BF8D1473E}" type="pres">
      <dgm:prSet presAssocID="{AFFCA1F7-3DD6-4588-90DC-B1BB0F7892EF}" presName="Name37" presStyleLbl="parChTrans1D4" presStyleIdx="4" presStyleCnt="5"/>
      <dgm:spPr/>
    </dgm:pt>
    <dgm:pt modelId="{B02D3686-9FEA-4720-9BA5-1F21E8A00E69}" type="pres">
      <dgm:prSet presAssocID="{D6601176-DB30-4874-AC84-B6B5117075C3}" presName="hierRoot2" presStyleCnt="0">
        <dgm:presLayoutVars>
          <dgm:hierBranch val="init"/>
        </dgm:presLayoutVars>
      </dgm:prSet>
      <dgm:spPr/>
    </dgm:pt>
    <dgm:pt modelId="{2D46507B-653A-4A52-8A79-349ADD7CB4E1}" type="pres">
      <dgm:prSet presAssocID="{D6601176-DB30-4874-AC84-B6B5117075C3}" presName="rootComposite" presStyleCnt="0"/>
      <dgm:spPr/>
    </dgm:pt>
    <dgm:pt modelId="{6E290BD7-844D-401E-AEC8-D4E40E8A4D8A}" type="pres">
      <dgm:prSet presAssocID="{D6601176-DB30-4874-AC84-B6B5117075C3}" presName="rootText" presStyleLbl="node4" presStyleIdx="4" presStyleCnt="5">
        <dgm:presLayoutVars>
          <dgm:chPref val="3"/>
        </dgm:presLayoutVars>
      </dgm:prSet>
      <dgm:spPr/>
    </dgm:pt>
    <dgm:pt modelId="{A0B817D3-99C9-4C73-A656-F4FE15017EFD}" type="pres">
      <dgm:prSet presAssocID="{D6601176-DB30-4874-AC84-B6B5117075C3}" presName="rootConnector" presStyleLbl="node4" presStyleIdx="4" presStyleCnt="5"/>
      <dgm:spPr/>
    </dgm:pt>
    <dgm:pt modelId="{466FA745-E257-4BAB-A54C-97EFF8BB628B}" type="pres">
      <dgm:prSet presAssocID="{D6601176-DB30-4874-AC84-B6B5117075C3}" presName="hierChild4" presStyleCnt="0"/>
      <dgm:spPr/>
    </dgm:pt>
    <dgm:pt modelId="{9106E149-D32A-4285-8EA7-E135ABC6CB23}" type="pres">
      <dgm:prSet presAssocID="{D6601176-DB30-4874-AC84-B6B5117075C3}" presName="hierChild5" presStyleCnt="0"/>
      <dgm:spPr/>
    </dgm:pt>
    <dgm:pt modelId="{24FCE9C5-8F84-402F-98F3-0FC8F3C48E7B}" type="pres">
      <dgm:prSet presAssocID="{32A75BAE-549C-4515-AAC9-9930A6656D50}" presName="hierChild5" presStyleCnt="0"/>
      <dgm:spPr/>
    </dgm:pt>
    <dgm:pt modelId="{ABD61D0D-9CD3-44B8-9532-CE9C9A97E37D}" type="pres">
      <dgm:prSet presAssocID="{9E292399-2985-452C-AE04-ABCEBEF17679}" presName="Name37" presStyleLbl="parChTrans1D3" presStyleIdx="3" presStyleCnt="4"/>
      <dgm:spPr/>
    </dgm:pt>
    <dgm:pt modelId="{1EF15638-BD47-4A4F-9954-FFBB0C0687C5}" type="pres">
      <dgm:prSet presAssocID="{9AB1CEF3-C7B2-438B-A9F6-1C62594259AE}" presName="hierRoot2" presStyleCnt="0">
        <dgm:presLayoutVars>
          <dgm:hierBranch val="init"/>
        </dgm:presLayoutVars>
      </dgm:prSet>
      <dgm:spPr/>
    </dgm:pt>
    <dgm:pt modelId="{FAADE45D-2ABE-4C39-8B76-375C3FBD40C8}" type="pres">
      <dgm:prSet presAssocID="{9AB1CEF3-C7B2-438B-A9F6-1C62594259AE}" presName="rootComposite" presStyleCnt="0"/>
      <dgm:spPr/>
    </dgm:pt>
    <dgm:pt modelId="{69C6DEF3-D110-4738-B2EA-140CBC7BD3F7}" type="pres">
      <dgm:prSet presAssocID="{9AB1CEF3-C7B2-438B-A9F6-1C62594259AE}" presName="rootText" presStyleLbl="node3" presStyleIdx="3" presStyleCnt="4">
        <dgm:presLayoutVars>
          <dgm:chPref val="3"/>
        </dgm:presLayoutVars>
      </dgm:prSet>
      <dgm:spPr/>
    </dgm:pt>
    <dgm:pt modelId="{C5A38591-9A3F-4A73-AC49-13DF7EFCCE6E}" type="pres">
      <dgm:prSet presAssocID="{9AB1CEF3-C7B2-438B-A9F6-1C62594259AE}" presName="rootConnector" presStyleLbl="node3" presStyleIdx="3" presStyleCnt="4"/>
      <dgm:spPr/>
    </dgm:pt>
    <dgm:pt modelId="{413D3E1B-94EA-4CD5-882A-28D1F580A45D}" type="pres">
      <dgm:prSet presAssocID="{9AB1CEF3-C7B2-438B-A9F6-1C62594259AE}" presName="hierChild4" presStyleCnt="0"/>
      <dgm:spPr/>
    </dgm:pt>
    <dgm:pt modelId="{A8F19626-99F5-4595-93FF-5ED0B7B0B0ED}" type="pres">
      <dgm:prSet presAssocID="{9AB1CEF3-C7B2-438B-A9F6-1C62594259AE}" presName="hierChild5" presStyleCnt="0"/>
      <dgm:spPr/>
    </dgm:pt>
    <dgm:pt modelId="{1C1A2BDA-AE64-469B-A8CE-D33F7FF2305C}" type="pres">
      <dgm:prSet presAssocID="{508786CA-09BC-45EF-A851-9C513CC5B4F3}" presName="hierChild5" presStyleCnt="0"/>
      <dgm:spPr/>
    </dgm:pt>
    <dgm:pt modelId="{0F59F91C-DEC0-4C6F-856B-F66816F16B54}" type="pres">
      <dgm:prSet presAssocID="{835BFFC2-5F88-4FEB-B36F-295A6BA9F67C}" presName="hierChild3" presStyleCnt="0"/>
      <dgm:spPr/>
    </dgm:pt>
  </dgm:ptLst>
  <dgm:cxnLst>
    <dgm:cxn modelId="{6DE16E03-C606-4BC9-AC87-0EF898FDEDA0}" type="presOf" srcId="{D6601176-DB30-4874-AC84-B6B5117075C3}" destId="{6E290BD7-844D-401E-AEC8-D4E40E8A4D8A}" srcOrd="0" destOrd="0" presId="urn:microsoft.com/office/officeart/2005/8/layout/orgChart1"/>
    <dgm:cxn modelId="{91D61E05-E8BB-4B51-8317-F1778CCA4ECC}" type="presOf" srcId="{C8B7C487-2737-40C6-96EB-717250A00614}" destId="{ED4E6CFB-ECA2-4606-BF63-0A9CA45E0014}" srcOrd="0" destOrd="0" presId="urn:microsoft.com/office/officeart/2005/8/layout/orgChart1"/>
    <dgm:cxn modelId="{E9A5A305-DC19-4B43-92A7-F9F35022A66B}" type="presOf" srcId="{02770542-10A8-4071-8034-CB3AFAC85ED1}" destId="{B420DBAE-C69E-4CEB-A726-E0178F4A6EDC}" srcOrd="0" destOrd="0" presId="urn:microsoft.com/office/officeart/2005/8/layout/orgChart1"/>
    <dgm:cxn modelId="{247E6B06-2804-4666-8625-4EA0420D7348}" srcId="{32A75BAE-549C-4515-AAC9-9930A6656D50}" destId="{65978B0D-0736-4F50-B521-B20D7336B559}" srcOrd="0" destOrd="0" parTransId="{BE8BBF31-214A-4A3E-8FBD-BD78F1BB10E3}" sibTransId="{CB0FCC72-2EFE-4050-A214-97A9E3980BB5}"/>
    <dgm:cxn modelId="{9E4B1007-19FF-429D-94DD-3B4433BE3FC3}" type="presOf" srcId="{0B2F50A5-4567-4C55-9410-DDB2C173BCB6}" destId="{7072A789-DADF-416C-A2A5-ECE24797A73E}" srcOrd="0" destOrd="0" presId="urn:microsoft.com/office/officeart/2005/8/layout/orgChart1"/>
    <dgm:cxn modelId="{DBEFFF0D-208F-4B82-B5F3-F0F6C6A4EDD2}" type="presOf" srcId="{65978B0D-0736-4F50-B521-B20D7336B559}" destId="{B8124C7E-3AE2-4D23-A988-A6504B322FCD}" srcOrd="1" destOrd="0" presId="urn:microsoft.com/office/officeart/2005/8/layout/orgChart1"/>
    <dgm:cxn modelId="{AC04E216-B8F2-4896-B6ED-872044EB5C09}" srcId="{508786CA-09BC-45EF-A851-9C513CC5B4F3}" destId="{32A75BAE-549C-4515-AAC9-9930A6656D50}" srcOrd="0" destOrd="0" parTransId="{060FC488-3DCF-4258-886D-2ED38A217746}" sibTransId="{A1D97D18-C43D-40EB-9D96-F5C95CE8D6AB}"/>
    <dgm:cxn modelId="{72242117-393B-43AC-B22D-8860003D4923}" srcId="{C8B7C487-2737-40C6-96EB-717250A00614}" destId="{8F82591E-6A40-4650-88D8-F71CDD665163}" srcOrd="0" destOrd="0" parTransId="{02770542-10A8-4071-8034-CB3AFAC85ED1}" sibTransId="{E9F057CD-821B-45CD-9175-D2D49EE43A7F}"/>
    <dgm:cxn modelId="{4A57351E-113A-4E05-9468-C96A9D8886D7}" type="presOf" srcId="{835BFFC2-5F88-4FEB-B36F-295A6BA9F67C}" destId="{95411B43-F96C-40F8-AE18-9A0C2F1234A3}" srcOrd="1" destOrd="0" presId="urn:microsoft.com/office/officeart/2005/8/layout/orgChart1"/>
    <dgm:cxn modelId="{D7EF3320-6230-4226-8720-182EA665D11B}" type="presOf" srcId="{92705438-A6EE-4DA0-905E-542DD1694E25}" destId="{C7B7AD19-6D39-4C87-B340-1B828D12FEE5}" srcOrd="0" destOrd="0" presId="urn:microsoft.com/office/officeart/2005/8/layout/orgChart1"/>
    <dgm:cxn modelId="{4E260421-95E8-47D1-AE4B-8EF6968B1E3B}" srcId="{835BFFC2-5F88-4FEB-B36F-295A6BA9F67C}" destId="{508786CA-09BC-45EF-A851-9C513CC5B4F3}" srcOrd="2" destOrd="0" parTransId="{731C88C5-5E0F-46A9-A624-FDC8CA479AC4}" sibTransId="{68EA2AE2-DEB3-49B9-98AB-E63E02594825}"/>
    <dgm:cxn modelId="{ABEAE430-731F-4D0B-8B99-9B661C959D46}" type="presOf" srcId="{060FC488-3DCF-4258-886D-2ED38A217746}" destId="{83DC495C-A37A-4BE6-8E61-16AC4CCC3C23}" srcOrd="0" destOrd="0" presId="urn:microsoft.com/office/officeart/2005/8/layout/orgChart1"/>
    <dgm:cxn modelId="{F6E02D3C-FC17-4923-9911-46F04FE425DE}" type="presOf" srcId="{8790253D-2277-4E48-9FA1-E1F0B393BFE5}" destId="{EEABBB5C-C163-4A05-B437-30F3129A42F7}" srcOrd="0" destOrd="0" presId="urn:microsoft.com/office/officeart/2005/8/layout/orgChart1"/>
    <dgm:cxn modelId="{2877673D-1E04-4DA2-89B6-BBE263842743}" type="presOf" srcId="{C1DDF723-8E05-4D3F-BE66-6C17BB7AA609}" destId="{50C357D9-3A9E-4140-AD68-0D0A96077D50}" srcOrd="1" destOrd="0" presId="urn:microsoft.com/office/officeart/2005/8/layout/orgChart1"/>
    <dgm:cxn modelId="{550DB53D-A0D2-4D74-80D5-7E788937E747}" type="presOf" srcId="{9E2E0441-0052-49AF-A69F-CF15A896E237}" destId="{968D6D85-3B9C-49C2-9211-7EE1882A7FD6}" srcOrd="0" destOrd="0" presId="urn:microsoft.com/office/officeart/2005/8/layout/orgChart1"/>
    <dgm:cxn modelId="{81F6D65D-84EB-4286-A201-1BD581A4DD6F}" type="presOf" srcId="{BD27A64A-62AB-44E0-84B2-EBD6C2AACDBB}" destId="{29AD91C1-BE69-49AD-9EFA-34BB7836C71F}" srcOrd="0" destOrd="0" presId="urn:microsoft.com/office/officeart/2005/8/layout/orgChart1"/>
    <dgm:cxn modelId="{EC741A46-1F54-4B50-BC57-F026FACD8900}" type="presOf" srcId="{BFD9DA64-A3A9-40A8-A62F-E27B00D46353}" destId="{3C1B81B7-6D1C-4E0F-9410-B4C2F59D47C6}" srcOrd="0" destOrd="0" presId="urn:microsoft.com/office/officeart/2005/8/layout/orgChart1"/>
    <dgm:cxn modelId="{99499067-5D04-47BA-B6A9-FBB997A304F9}" type="presOf" srcId="{9AB1CEF3-C7B2-438B-A9F6-1C62594259AE}" destId="{69C6DEF3-D110-4738-B2EA-140CBC7BD3F7}" srcOrd="0" destOrd="0" presId="urn:microsoft.com/office/officeart/2005/8/layout/orgChart1"/>
    <dgm:cxn modelId="{A65E166A-0E2D-42BB-B92E-A93575B487C0}" srcId="{8790253D-2277-4E48-9FA1-E1F0B393BFE5}" destId="{C8B7C487-2737-40C6-96EB-717250A00614}" srcOrd="1" destOrd="0" parTransId="{BD27A64A-62AB-44E0-84B2-EBD6C2AACDBB}" sibTransId="{5222388B-9155-4B89-A03A-182851E83D5B}"/>
    <dgm:cxn modelId="{279DE54B-D6CD-4813-B35C-ABBD016C0B65}" srcId="{835BFFC2-5F88-4FEB-B36F-295A6BA9F67C}" destId="{8790253D-2277-4E48-9FA1-E1F0B393BFE5}" srcOrd="0" destOrd="0" parTransId="{BFD9DA64-A3A9-40A8-A62F-E27B00D46353}" sibTransId="{9A2811F6-AAFD-4544-9528-434B9D3A95F2}"/>
    <dgm:cxn modelId="{6069F76B-7B3B-41F8-8AD8-55398C03F8BB}" type="presOf" srcId="{AFFCA1F7-3DD6-4588-90DC-B1BB0F7892EF}" destId="{C55C5902-325A-449D-9465-987BF8D1473E}" srcOrd="0" destOrd="0" presId="urn:microsoft.com/office/officeart/2005/8/layout/orgChart1"/>
    <dgm:cxn modelId="{D8357870-CDBB-4B04-95B1-D11EC4D34C43}" type="presOf" srcId="{9AB1CEF3-C7B2-438B-A9F6-1C62594259AE}" destId="{C5A38591-9A3F-4A73-AC49-13DF7EFCCE6E}" srcOrd="1" destOrd="0" presId="urn:microsoft.com/office/officeart/2005/8/layout/orgChart1"/>
    <dgm:cxn modelId="{D9053377-1A8F-4508-B8C5-9F9A9E24A123}" type="presOf" srcId="{32A75BAE-549C-4515-AAC9-9930A6656D50}" destId="{270BF69E-4EE8-450B-A2E2-63232ADAF9C7}" srcOrd="0" destOrd="0" presId="urn:microsoft.com/office/officeart/2005/8/layout/orgChart1"/>
    <dgm:cxn modelId="{A508E377-9B85-466F-BF1F-CA06D64D017E}" srcId="{508786CA-09BC-45EF-A851-9C513CC5B4F3}" destId="{9AB1CEF3-C7B2-438B-A9F6-1C62594259AE}" srcOrd="1" destOrd="0" parTransId="{9E292399-2985-452C-AE04-ABCEBEF17679}" sibTransId="{54D8534D-6D7E-428C-BD88-DF0A894952AD}"/>
    <dgm:cxn modelId="{86DBCE7E-000A-493A-BE91-1EFD10C915AF}" type="presOf" srcId="{8790253D-2277-4E48-9FA1-E1F0B393BFE5}" destId="{574F2E81-9086-4E65-BEA5-A8B7F21C6C29}" srcOrd="1" destOrd="0" presId="urn:microsoft.com/office/officeart/2005/8/layout/orgChart1"/>
    <dgm:cxn modelId="{500AB083-83F9-4BBA-B61E-A731D1D40A36}" type="presOf" srcId="{3FA17D14-34F0-4DFC-B840-997052C9BBE3}" destId="{3D7C8AB9-0BA8-4BF1-861C-0DECBE5A7396}" srcOrd="0" destOrd="0" presId="urn:microsoft.com/office/officeart/2005/8/layout/orgChart1"/>
    <dgm:cxn modelId="{32BA4584-5547-4506-9DDE-332F8CA6E662}" type="presOf" srcId="{508786CA-09BC-45EF-A851-9C513CC5B4F3}" destId="{61A981C5-A334-47BB-8ACE-5BB5BB30325C}" srcOrd="0" destOrd="0" presId="urn:microsoft.com/office/officeart/2005/8/layout/orgChart1"/>
    <dgm:cxn modelId="{C5101488-B8E7-43AE-8038-289E1B5FBF6E}" srcId="{835BFFC2-5F88-4FEB-B36F-295A6BA9F67C}" destId="{C1DDF723-8E05-4D3F-BE66-6C17BB7AA609}" srcOrd="1" destOrd="0" parTransId="{5BA54EA7-88B6-4814-B797-04C028300073}" sibTransId="{0D18B812-7005-4512-83D6-A30211B960F5}"/>
    <dgm:cxn modelId="{92F0418D-B1DE-4918-9652-7E3B51802FD8}" type="presOf" srcId="{C14DBC5E-C469-419B-B26A-DF26DBF88C0C}" destId="{BF6E2DF3-714E-4AA1-AE0E-C940A3FBE27C}" srcOrd="0" destOrd="0" presId="urn:microsoft.com/office/officeart/2005/8/layout/orgChart1"/>
    <dgm:cxn modelId="{46DA508D-E9BB-4A58-B121-7E72F149B579}" srcId="{8790253D-2277-4E48-9FA1-E1F0B393BFE5}" destId="{6F438756-AE3D-4D8C-95BF-3A6F18070849}" srcOrd="0" destOrd="0" parTransId="{9E2E0441-0052-49AF-A69F-CF15A896E237}" sibTransId="{7C348D16-C8C0-4158-8A88-455F3F7AE3B5}"/>
    <dgm:cxn modelId="{6550718D-6025-41DB-A191-315854FED826}" type="presOf" srcId="{8F82591E-6A40-4650-88D8-F71CDD665163}" destId="{466AF260-E8FF-4FE9-BBDE-45CE95E16223}" srcOrd="1" destOrd="0" presId="urn:microsoft.com/office/officeart/2005/8/layout/orgChart1"/>
    <dgm:cxn modelId="{BE2E9691-63B4-4130-8CD2-F29E702E4F96}" srcId="{6F438756-AE3D-4D8C-95BF-3A6F18070849}" destId="{0B2F50A5-4567-4C55-9410-DDB2C173BCB6}" srcOrd="0" destOrd="0" parTransId="{C14DBC5E-C469-419B-B26A-DF26DBF88C0C}" sibTransId="{B0E0949D-A027-404B-8A05-5A6666ABDC8A}"/>
    <dgm:cxn modelId="{08A87693-6AF6-44D5-871F-EA8169F397D5}" srcId="{32A75BAE-549C-4515-AAC9-9930A6656D50}" destId="{3FA17D14-34F0-4DFC-B840-997052C9BBE3}" srcOrd="1" destOrd="0" parTransId="{833B7841-487C-4995-9B63-887FDF420935}" sibTransId="{B17BC7C4-9032-4D30-95B4-5DCB0186E297}"/>
    <dgm:cxn modelId="{0C41989E-7244-4815-BEB8-501AC660072F}" type="presOf" srcId="{8F82591E-6A40-4650-88D8-F71CDD665163}" destId="{470D7984-B9AF-41B0-AAAA-3B452052AD94}" srcOrd="0" destOrd="0" presId="urn:microsoft.com/office/officeart/2005/8/layout/orgChart1"/>
    <dgm:cxn modelId="{5641E4A7-D07B-451F-99A3-E054B8A9A973}" type="presOf" srcId="{C1DDF723-8E05-4D3F-BE66-6C17BB7AA609}" destId="{92FA27ED-F55E-4845-9A79-48488A760D95}" srcOrd="0" destOrd="0" presId="urn:microsoft.com/office/officeart/2005/8/layout/orgChart1"/>
    <dgm:cxn modelId="{C833F4A8-B1C6-4CAC-890A-4A691575DD52}" type="presOf" srcId="{C8B7C487-2737-40C6-96EB-717250A00614}" destId="{2E279A38-2564-416F-B1AA-057C1BFDE3EB}" srcOrd="1" destOrd="0" presId="urn:microsoft.com/office/officeart/2005/8/layout/orgChart1"/>
    <dgm:cxn modelId="{284615AA-0B7D-4F31-9B7D-13B69FBD61E7}" srcId="{92705438-A6EE-4DA0-905E-542DD1694E25}" destId="{835BFFC2-5F88-4FEB-B36F-295A6BA9F67C}" srcOrd="0" destOrd="0" parTransId="{DB2AD07C-390C-499E-BFA9-3A30237D8C39}" sibTransId="{9388AB95-5AB5-4D96-B48A-2F49046D3377}"/>
    <dgm:cxn modelId="{A51A1BAD-2766-40CC-B57E-3F0016A81292}" type="presOf" srcId="{BE8BBF31-214A-4A3E-8FBD-BD78F1BB10E3}" destId="{054FE09C-936A-40DD-A624-3945FC1318B7}" srcOrd="0" destOrd="0" presId="urn:microsoft.com/office/officeart/2005/8/layout/orgChart1"/>
    <dgm:cxn modelId="{9B3899B1-BABB-4E12-926B-0035D87D0ED5}" type="presOf" srcId="{D6601176-DB30-4874-AC84-B6B5117075C3}" destId="{A0B817D3-99C9-4C73-A656-F4FE15017EFD}" srcOrd="1" destOrd="0" presId="urn:microsoft.com/office/officeart/2005/8/layout/orgChart1"/>
    <dgm:cxn modelId="{FE7600C2-2120-490C-BF76-0521F3CEB69A}" type="presOf" srcId="{65978B0D-0736-4F50-B521-B20D7336B559}" destId="{6D325FAF-70D5-49C9-9DE3-BD69E8711758}" srcOrd="0" destOrd="0" presId="urn:microsoft.com/office/officeart/2005/8/layout/orgChart1"/>
    <dgm:cxn modelId="{D815C4CA-98AE-4480-842A-9DA0D52AEE4A}" srcId="{32A75BAE-549C-4515-AAC9-9930A6656D50}" destId="{D6601176-DB30-4874-AC84-B6B5117075C3}" srcOrd="2" destOrd="0" parTransId="{AFFCA1F7-3DD6-4588-90DC-B1BB0F7892EF}" sibTransId="{0F7A67B8-7238-46BC-B3BF-A1A0932A1411}"/>
    <dgm:cxn modelId="{41A15CCC-C0DD-4A11-85A5-EEDE0051BB64}" type="presOf" srcId="{9E292399-2985-452C-AE04-ABCEBEF17679}" destId="{ABD61D0D-9CD3-44B8-9532-CE9C9A97E37D}" srcOrd="0" destOrd="0" presId="urn:microsoft.com/office/officeart/2005/8/layout/orgChart1"/>
    <dgm:cxn modelId="{31D3DFCC-AE28-4F51-9D67-8F8C2FEAC86D}" type="presOf" srcId="{0B2F50A5-4567-4C55-9410-DDB2C173BCB6}" destId="{6C981F94-6492-4689-9353-B890060E1B89}" srcOrd="1" destOrd="0" presId="urn:microsoft.com/office/officeart/2005/8/layout/orgChart1"/>
    <dgm:cxn modelId="{3D8D34D3-B648-433D-85E4-188F2C4D97B6}" type="presOf" srcId="{508786CA-09BC-45EF-A851-9C513CC5B4F3}" destId="{7E9FBD9D-ADA4-4C82-8954-677ABD8CB4AE}" srcOrd="1" destOrd="0" presId="urn:microsoft.com/office/officeart/2005/8/layout/orgChart1"/>
    <dgm:cxn modelId="{A303EDD3-AF83-4463-94E3-AC7C7BB321ED}" type="presOf" srcId="{32A75BAE-549C-4515-AAC9-9930A6656D50}" destId="{BEF7D42A-60C2-401C-84A5-2A6BC170C599}" srcOrd="1" destOrd="0" presId="urn:microsoft.com/office/officeart/2005/8/layout/orgChart1"/>
    <dgm:cxn modelId="{A1C7F0D8-EE0F-43B5-895C-4BBA0D6E615C}" type="presOf" srcId="{833B7841-487C-4995-9B63-887FDF420935}" destId="{5974B194-317E-4DEC-BA34-5303765CBD0B}" srcOrd="0" destOrd="0" presId="urn:microsoft.com/office/officeart/2005/8/layout/orgChart1"/>
    <dgm:cxn modelId="{28B894D9-9004-4903-AC04-01FF03454777}" type="presOf" srcId="{6F438756-AE3D-4D8C-95BF-3A6F18070849}" destId="{CA3CEDC9-D230-4BD9-B126-D68DC8416F35}" srcOrd="0" destOrd="0" presId="urn:microsoft.com/office/officeart/2005/8/layout/orgChart1"/>
    <dgm:cxn modelId="{9166AEE7-5724-44ED-BA55-D87D7D8A10A0}" type="presOf" srcId="{6F438756-AE3D-4D8C-95BF-3A6F18070849}" destId="{BFE7AB58-3BFD-4EDC-876C-F574CD0B4147}" srcOrd="1" destOrd="0" presId="urn:microsoft.com/office/officeart/2005/8/layout/orgChart1"/>
    <dgm:cxn modelId="{66FFF1EA-35BC-4845-9762-4CDE090B5811}" type="presOf" srcId="{731C88C5-5E0F-46A9-A624-FDC8CA479AC4}" destId="{7F9F8065-3037-4893-B4AB-23F3AF44DB97}" srcOrd="0" destOrd="0" presId="urn:microsoft.com/office/officeart/2005/8/layout/orgChart1"/>
    <dgm:cxn modelId="{3CAF4CEE-0D2C-4079-99B6-51F5EED41E72}" type="presOf" srcId="{3FA17D14-34F0-4DFC-B840-997052C9BBE3}" destId="{F5AAB9B4-5619-41EE-9089-7EF087E6460E}" srcOrd="1" destOrd="0" presId="urn:microsoft.com/office/officeart/2005/8/layout/orgChart1"/>
    <dgm:cxn modelId="{5A9911F2-CD63-49B2-9F00-EE910B75F0CC}" type="presOf" srcId="{835BFFC2-5F88-4FEB-B36F-295A6BA9F67C}" destId="{7D4DF17F-5931-40B1-8FD5-252333D98F78}" srcOrd="0" destOrd="0" presId="urn:microsoft.com/office/officeart/2005/8/layout/orgChart1"/>
    <dgm:cxn modelId="{CEE439F2-FB43-4C65-A4DA-AA2C92A49898}" type="presOf" srcId="{5BA54EA7-88B6-4814-B797-04C028300073}" destId="{ED8CB72C-43DE-451A-986B-6E15BFA26CFB}" srcOrd="0" destOrd="0" presId="urn:microsoft.com/office/officeart/2005/8/layout/orgChart1"/>
    <dgm:cxn modelId="{FE3BAA8E-E70D-4F30-8C11-0AB0E52A7F2B}" type="presParOf" srcId="{C7B7AD19-6D39-4C87-B340-1B828D12FEE5}" destId="{41151D35-FC48-4DD7-95D0-43B9CF75EC5A}" srcOrd="0" destOrd="0" presId="urn:microsoft.com/office/officeart/2005/8/layout/orgChart1"/>
    <dgm:cxn modelId="{46918E72-A3B1-47C9-869B-4E039CF65178}" type="presParOf" srcId="{41151D35-FC48-4DD7-95D0-43B9CF75EC5A}" destId="{CED5D5D5-6F5C-4785-B37F-D5A543E07BF0}" srcOrd="0" destOrd="0" presId="urn:microsoft.com/office/officeart/2005/8/layout/orgChart1"/>
    <dgm:cxn modelId="{D3B708C8-8138-4C5C-B091-3503FC050EFB}" type="presParOf" srcId="{CED5D5D5-6F5C-4785-B37F-D5A543E07BF0}" destId="{7D4DF17F-5931-40B1-8FD5-252333D98F78}" srcOrd="0" destOrd="0" presId="urn:microsoft.com/office/officeart/2005/8/layout/orgChart1"/>
    <dgm:cxn modelId="{EAA70B6A-B986-4104-8665-70EC5D93D26F}" type="presParOf" srcId="{CED5D5D5-6F5C-4785-B37F-D5A543E07BF0}" destId="{95411B43-F96C-40F8-AE18-9A0C2F1234A3}" srcOrd="1" destOrd="0" presId="urn:microsoft.com/office/officeart/2005/8/layout/orgChart1"/>
    <dgm:cxn modelId="{00AA6762-CB46-4F20-AE17-04B64D1B9E03}" type="presParOf" srcId="{41151D35-FC48-4DD7-95D0-43B9CF75EC5A}" destId="{5901C452-FE1D-4429-A69A-3B44B79749A7}" srcOrd="1" destOrd="0" presId="urn:microsoft.com/office/officeart/2005/8/layout/orgChart1"/>
    <dgm:cxn modelId="{3D0ADEC2-FADC-4E89-9059-0BD11013C2EE}" type="presParOf" srcId="{5901C452-FE1D-4429-A69A-3B44B79749A7}" destId="{3C1B81B7-6D1C-4E0F-9410-B4C2F59D47C6}" srcOrd="0" destOrd="0" presId="urn:microsoft.com/office/officeart/2005/8/layout/orgChart1"/>
    <dgm:cxn modelId="{7471B31D-AAC2-49C4-A0BD-DC396A2D22CF}" type="presParOf" srcId="{5901C452-FE1D-4429-A69A-3B44B79749A7}" destId="{28743AB0-8533-43BD-B052-BA5AAEDDA6E7}" srcOrd="1" destOrd="0" presId="urn:microsoft.com/office/officeart/2005/8/layout/orgChart1"/>
    <dgm:cxn modelId="{4EA550EB-8010-401A-A374-F8A179154436}" type="presParOf" srcId="{28743AB0-8533-43BD-B052-BA5AAEDDA6E7}" destId="{B03AD56C-C1F4-4AD0-A534-0206CA288583}" srcOrd="0" destOrd="0" presId="urn:microsoft.com/office/officeart/2005/8/layout/orgChart1"/>
    <dgm:cxn modelId="{7C7A9A00-8A1C-4698-B1FE-C5803435379E}" type="presParOf" srcId="{B03AD56C-C1F4-4AD0-A534-0206CA288583}" destId="{EEABBB5C-C163-4A05-B437-30F3129A42F7}" srcOrd="0" destOrd="0" presId="urn:microsoft.com/office/officeart/2005/8/layout/orgChart1"/>
    <dgm:cxn modelId="{13784310-49FD-4C57-8E76-4E297F18C896}" type="presParOf" srcId="{B03AD56C-C1F4-4AD0-A534-0206CA288583}" destId="{574F2E81-9086-4E65-BEA5-A8B7F21C6C29}" srcOrd="1" destOrd="0" presId="urn:microsoft.com/office/officeart/2005/8/layout/orgChart1"/>
    <dgm:cxn modelId="{4DDE3E39-F098-4661-819A-607D8FC388AD}" type="presParOf" srcId="{28743AB0-8533-43BD-B052-BA5AAEDDA6E7}" destId="{6E20B96F-C46E-42D4-BA25-8450C982D54C}" srcOrd="1" destOrd="0" presId="urn:microsoft.com/office/officeart/2005/8/layout/orgChart1"/>
    <dgm:cxn modelId="{8B8E77C4-B6CB-4BA3-9872-893497159485}" type="presParOf" srcId="{6E20B96F-C46E-42D4-BA25-8450C982D54C}" destId="{968D6D85-3B9C-49C2-9211-7EE1882A7FD6}" srcOrd="0" destOrd="0" presId="urn:microsoft.com/office/officeart/2005/8/layout/orgChart1"/>
    <dgm:cxn modelId="{A081014D-3BD0-47BF-B5FD-551E15BCEB67}" type="presParOf" srcId="{6E20B96F-C46E-42D4-BA25-8450C982D54C}" destId="{1474A583-FEB0-446B-B7F0-1FABDDBD5E72}" srcOrd="1" destOrd="0" presId="urn:microsoft.com/office/officeart/2005/8/layout/orgChart1"/>
    <dgm:cxn modelId="{4905C368-77E7-4DA8-8A59-8B48DCEA2330}" type="presParOf" srcId="{1474A583-FEB0-446B-B7F0-1FABDDBD5E72}" destId="{78C9AC81-5D15-490F-A570-064C84F10B53}" srcOrd="0" destOrd="0" presId="urn:microsoft.com/office/officeart/2005/8/layout/orgChart1"/>
    <dgm:cxn modelId="{325442F0-2D8D-4B45-AF11-D790E9EB6167}" type="presParOf" srcId="{78C9AC81-5D15-490F-A570-064C84F10B53}" destId="{CA3CEDC9-D230-4BD9-B126-D68DC8416F35}" srcOrd="0" destOrd="0" presId="urn:microsoft.com/office/officeart/2005/8/layout/orgChart1"/>
    <dgm:cxn modelId="{374DCF52-2E08-463B-940A-6242DFB10BC6}" type="presParOf" srcId="{78C9AC81-5D15-490F-A570-064C84F10B53}" destId="{BFE7AB58-3BFD-4EDC-876C-F574CD0B4147}" srcOrd="1" destOrd="0" presId="urn:microsoft.com/office/officeart/2005/8/layout/orgChart1"/>
    <dgm:cxn modelId="{F336FFC8-49AA-44B7-8308-34297D8ECEC0}" type="presParOf" srcId="{1474A583-FEB0-446B-B7F0-1FABDDBD5E72}" destId="{43D72A6A-DEE7-483E-BA7A-17724D57CE0F}" srcOrd="1" destOrd="0" presId="urn:microsoft.com/office/officeart/2005/8/layout/orgChart1"/>
    <dgm:cxn modelId="{616401DE-B368-41DA-9D29-695C943A9FB2}" type="presParOf" srcId="{43D72A6A-DEE7-483E-BA7A-17724D57CE0F}" destId="{BF6E2DF3-714E-4AA1-AE0E-C940A3FBE27C}" srcOrd="0" destOrd="0" presId="urn:microsoft.com/office/officeart/2005/8/layout/orgChart1"/>
    <dgm:cxn modelId="{743B173F-0B5D-462B-B24A-EA9DB5191235}" type="presParOf" srcId="{43D72A6A-DEE7-483E-BA7A-17724D57CE0F}" destId="{ADD1D229-14BA-4950-B968-7AE4687EE322}" srcOrd="1" destOrd="0" presId="urn:microsoft.com/office/officeart/2005/8/layout/orgChart1"/>
    <dgm:cxn modelId="{53CC532E-FB28-4D0C-BBA7-DBBA0E2BBEBD}" type="presParOf" srcId="{ADD1D229-14BA-4950-B968-7AE4687EE322}" destId="{5B800491-2C7E-493E-A1DA-660B29967749}" srcOrd="0" destOrd="0" presId="urn:microsoft.com/office/officeart/2005/8/layout/orgChart1"/>
    <dgm:cxn modelId="{32A1FC06-11A7-47FE-BF78-1DD18D7B5642}" type="presParOf" srcId="{5B800491-2C7E-493E-A1DA-660B29967749}" destId="{7072A789-DADF-416C-A2A5-ECE24797A73E}" srcOrd="0" destOrd="0" presId="urn:microsoft.com/office/officeart/2005/8/layout/orgChart1"/>
    <dgm:cxn modelId="{62DB18F5-4A80-4747-A4F6-AF7BB727D8B7}" type="presParOf" srcId="{5B800491-2C7E-493E-A1DA-660B29967749}" destId="{6C981F94-6492-4689-9353-B890060E1B89}" srcOrd="1" destOrd="0" presId="urn:microsoft.com/office/officeart/2005/8/layout/orgChart1"/>
    <dgm:cxn modelId="{7CE592F4-F372-4403-B261-3F78237819DC}" type="presParOf" srcId="{ADD1D229-14BA-4950-B968-7AE4687EE322}" destId="{C11DF85C-03A8-46D0-9C55-8F49A7EB496C}" srcOrd="1" destOrd="0" presId="urn:microsoft.com/office/officeart/2005/8/layout/orgChart1"/>
    <dgm:cxn modelId="{2F136C11-2F8D-4D86-AD7E-B9C4930E1D92}" type="presParOf" srcId="{ADD1D229-14BA-4950-B968-7AE4687EE322}" destId="{BC91443E-C21B-4919-9229-8E5DF444D104}" srcOrd="2" destOrd="0" presId="urn:microsoft.com/office/officeart/2005/8/layout/orgChart1"/>
    <dgm:cxn modelId="{D5FC0E14-0F14-496E-89FE-B53373C887C2}" type="presParOf" srcId="{1474A583-FEB0-446B-B7F0-1FABDDBD5E72}" destId="{EAEAC52F-37E9-481C-A1F3-CC6D14605494}" srcOrd="2" destOrd="0" presId="urn:microsoft.com/office/officeart/2005/8/layout/orgChart1"/>
    <dgm:cxn modelId="{02F57117-33D2-41B5-8055-928FB67825A7}" type="presParOf" srcId="{6E20B96F-C46E-42D4-BA25-8450C982D54C}" destId="{29AD91C1-BE69-49AD-9EFA-34BB7836C71F}" srcOrd="2" destOrd="0" presId="urn:microsoft.com/office/officeart/2005/8/layout/orgChart1"/>
    <dgm:cxn modelId="{325C8C54-8CD8-4CDB-B977-69228C35DA11}" type="presParOf" srcId="{6E20B96F-C46E-42D4-BA25-8450C982D54C}" destId="{3C20BB82-967E-4C62-A908-D91A92A0D38E}" srcOrd="3" destOrd="0" presId="urn:microsoft.com/office/officeart/2005/8/layout/orgChart1"/>
    <dgm:cxn modelId="{47893CE5-ABBE-46C7-B312-80AD75784581}" type="presParOf" srcId="{3C20BB82-967E-4C62-A908-D91A92A0D38E}" destId="{4AB6A673-3F85-45B4-A276-0EE0D9BF918A}" srcOrd="0" destOrd="0" presId="urn:microsoft.com/office/officeart/2005/8/layout/orgChart1"/>
    <dgm:cxn modelId="{6E49867D-99E1-454C-9C83-F6EB16308B4F}" type="presParOf" srcId="{4AB6A673-3F85-45B4-A276-0EE0D9BF918A}" destId="{ED4E6CFB-ECA2-4606-BF63-0A9CA45E0014}" srcOrd="0" destOrd="0" presId="urn:microsoft.com/office/officeart/2005/8/layout/orgChart1"/>
    <dgm:cxn modelId="{2C767CB7-CDB3-401A-A9A6-97173D1FADA8}" type="presParOf" srcId="{4AB6A673-3F85-45B4-A276-0EE0D9BF918A}" destId="{2E279A38-2564-416F-B1AA-057C1BFDE3EB}" srcOrd="1" destOrd="0" presId="urn:microsoft.com/office/officeart/2005/8/layout/orgChart1"/>
    <dgm:cxn modelId="{70F3BD85-2312-4AF4-87B8-3A87F8705A73}" type="presParOf" srcId="{3C20BB82-967E-4C62-A908-D91A92A0D38E}" destId="{E72A5B80-85F9-4F3A-B350-4BCE3BC9FD4A}" srcOrd="1" destOrd="0" presId="urn:microsoft.com/office/officeart/2005/8/layout/orgChart1"/>
    <dgm:cxn modelId="{D4CE6148-9065-455D-B347-BD63C75EDF37}" type="presParOf" srcId="{E72A5B80-85F9-4F3A-B350-4BCE3BC9FD4A}" destId="{B420DBAE-C69E-4CEB-A726-E0178F4A6EDC}" srcOrd="0" destOrd="0" presId="urn:microsoft.com/office/officeart/2005/8/layout/orgChart1"/>
    <dgm:cxn modelId="{3843842A-3B5D-4A67-B26C-FDFCAF75852D}" type="presParOf" srcId="{E72A5B80-85F9-4F3A-B350-4BCE3BC9FD4A}" destId="{A035D75A-DCA7-407A-8E49-27BEFA0C1189}" srcOrd="1" destOrd="0" presId="urn:microsoft.com/office/officeart/2005/8/layout/orgChart1"/>
    <dgm:cxn modelId="{0DE8A563-91D0-4233-89F1-C2220DC8953C}" type="presParOf" srcId="{A035D75A-DCA7-407A-8E49-27BEFA0C1189}" destId="{1DBF0292-99C3-4713-B365-3D8D40FADA6D}" srcOrd="0" destOrd="0" presId="urn:microsoft.com/office/officeart/2005/8/layout/orgChart1"/>
    <dgm:cxn modelId="{4709B7E3-E617-4E29-A23B-F7D76F5C0EDE}" type="presParOf" srcId="{1DBF0292-99C3-4713-B365-3D8D40FADA6D}" destId="{470D7984-B9AF-41B0-AAAA-3B452052AD94}" srcOrd="0" destOrd="0" presId="urn:microsoft.com/office/officeart/2005/8/layout/orgChart1"/>
    <dgm:cxn modelId="{9562D4AA-992E-4668-B139-8336B3F7F101}" type="presParOf" srcId="{1DBF0292-99C3-4713-B365-3D8D40FADA6D}" destId="{466AF260-E8FF-4FE9-BBDE-45CE95E16223}" srcOrd="1" destOrd="0" presId="urn:microsoft.com/office/officeart/2005/8/layout/orgChart1"/>
    <dgm:cxn modelId="{CAC6C858-BF22-4151-8E93-D7FD8F294FD2}" type="presParOf" srcId="{A035D75A-DCA7-407A-8E49-27BEFA0C1189}" destId="{67C41FF7-FFB3-40E5-94B5-DECB9372B6A1}" srcOrd="1" destOrd="0" presId="urn:microsoft.com/office/officeart/2005/8/layout/orgChart1"/>
    <dgm:cxn modelId="{ECCB2CE3-694C-4828-8C0F-23DEFB707A09}" type="presParOf" srcId="{A035D75A-DCA7-407A-8E49-27BEFA0C1189}" destId="{D274B7C6-2C42-4CD4-9487-9B43793455BA}" srcOrd="2" destOrd="0" presId="urn:microsoft.com/office/officeart/2005/8/layout/orgChart1"/>
    <dgm:cxn modelId="{A35C2AD0-A399-4AC4-8B8F-474856954CDA}" type="presParOf" srcId="{3C20BB82-967E-4C62-A908-D91A92A0D38E}" destId="{A9A839F7-5F7E-4E4F-87DF-D38CCC061DC7}" srcOrd="2" destOrd="0" presId="urn:microsoft.com/office/officeart/2005/8/layout/orgChart1"/>
    <dgm:cxn modelId="{E0745AFF-B6B7-4ADA-9D2B-A5B5FDE535E7}" type="presParOf" srcId="{28743AB0-8533-43BD-B052-BA5AAEDDA6E7}" destId="{2D3E54D0-12C5-43FB-8805-CE90B0D594EB}" srcOrd="2" destOrd="0" presId="urn:microsoft.com/office/officeart/2005/8/layout/orgChart1"/>
    <dgm:cxn modelId="{FD6A8896-44E1-4D3B-A873-6CBC6223EC50}" type="presParOf" srcId="{5901C452-FE1D-4429-A69A-3B44B79749A7}" destId="{ED8CB72C-43DE-451A-986B-6E15BFA26CFB}" srcOrd="2" destOrd="0" presId="urn:microsoft.com/office/officeart/2005/8/layout/orgChart1"/>
    <dgm:cxn modelId="{2FC533AC-826E-4C25-8DA9-9AB5FAED18C4}" type="presParOf" srcId="{5901C452-FE1D-4429-A69A-3B44B79749A7}" destId="{0BA80CFF-97CE-4747-B8B6-C552174D4992}" srcOrd="3" destOrd="0" presId="urn:microsoft.com/office/officeart/2005/8/layout/orgChart1"/>
    <dgm:cxn modelId="{9364CF6E-62C7-4748-AA03-758E3850DC38}" type="presParOf" srcId="{0BA80CFF-97CE-4747-B8B6-C552174D4992}" destId="{F79C9C83-DC15-4C0E-8592-BED6B8100F4A}" srcOrd="0" destOrd="0" presId="urn:microsoft.com/office/officeart/2005/8/layout/orgChart1"/>
    <dgm:cxn modelId="{2A021422-64EC-4CFF-818F-978A621B0340}" type="presParOf" srcId="{F79C9C83-DC15-4C0E-8592-BED6B8100F4A}" destId="{92FA27ED-F55E-4845-9A79-48488A760D95}" srcOrd="0" destOrd="0" presId="urn:microsoft.com/office/officeart/2005/8/layout/orgChart1"/>
    <dgm:cxn modelId="{BA0232E5-1CBF-46B7-869F-B3D05E876440}" type="presParOf" srcId="{F79C9C83-DC15-4C0E-8592-BED6B8100F4A}" destId="{50C357D9-3A9E-4140-AD68-0D0A96077D50}" srcOrd="1" destOrd="0" presId="urn:microsoft.com/office/officeart/2005/8/layout/orgChart1"/>
    <dgm:cxn modelId="{BF5CCF26-5EDF-4613-B761-69E332EC8E78}" type="presParOf" srcId="{0BA80CFF-97CE-4747-B8B6-C552174D4992}" destId="{0D940F50-D7FF-439E-9507-80BFF4EA6818}" srcOrd="1" destOrd="0" presId="urn:microsoft.com/office/officeart/2005/8/layout/orgChart1"/>
    <dgm:cxn modelId="{1896EA1C-9882-4A35-B69D-7B6784C55643}" type="presParOf" srcId="{0BA80CFF-97CE-4747-B8B6-C552174D4992}" destId="{CBA0AC53-BB53-4B2C-844D-C818365FDE06}" srcOrd="2" destOrd="0" presId="urn:microsoft.com/office/officeart/2005/8/layout/orgChart1"/>
    <dgm:cxn modelId="{874E33E7-AE65-4B3F-9203-1CC3ADD1953D}" type="presParOf" srcId="{5901C452-FE1D-4429-A69A-3B44B79749A7}" destId="{7F9F8065-3037-4893-B4AB-23F3AF44DB97}" srcOrd="4" destOrd="0" presId="urn:microsoft.com/office/officeart/2005/8/layout/orgChart1"/>
    <dgm:cxn modelId="{44BA05ED-0D56-4AD1-B41C-BE6996EB97DA}" type="presParOf" srcId="{5901C452-FE1D-4429-A69A-3B44B79749A7}" destId="{02860920-C082-4D99-98C9-2C97ED297F2A}" srcOrd="5" destOrd="0" presId="urn:microsoft.com/office/officeart/2005/8/layout/orgChart1"/>
    <dgm:cxn modelId="{395B853F-FF0A-44E3-8D32-1C1FFF773DDC}" type="presParOf" srcId="{02860920-C082-4D99-98C9-2C97ED297F2A}" destId="{61BF0D7D-06A5-4340-8A82-7FE6C033A92D}" srcOrd="0" destOrd="0" presId="urn:microsoft.com/office/officeart/2005/8/layout/orgChart1"/>
    <dgm:cxn modelId="{19DF9F61-9949-48AA-83AF-F10F180A1163}" type="presParOf" srcId="{61BF0D7D-06A5-4340-8A82-7FE6C033A92D}" destId="{61A981C5-A334-47BB-8ACE-5BB5BB30325C}" srcOrd="0" destOrd="0" presId="urn:microsoft.com/office/officeart/2005/8/layout/orgChart1"/>
    <dgm:cxn modelId="{2C63BFA2-2C05-423C-A1A5-C8247F82D672}" type="presParOf" srcId="{61BF0D7D-06A5-4340-8A82-7FE6C033A92D}" destId="{7E9FBD9D-ADA4-4C82-8954-677ABD8CB4AE}" srcOrd="1" destOrd="0" presId="urn:microsoft.com/office/officeart/2005/8/layout/orgChart1"/>
    <dgm:cxn modelId="{D8871A09-8AA9-4DE1-939C-365CEBBD774C}" type="presParOf" srcId="{02860920-C082-4D99-98C9-2C97ED297F2A}" destId="{51BB71B7-FDA6-4E04-B5E2-6612159E683E}" srcOrd="1" destOrd="0" presId="urn:microsoft.com/office/officeart/2005/8/layout/orgChart1"/>
    <dgm:cxn modelId="{1E5DBF44-7176-4F5B-8861-A17C347A2EDE}" type="presParOf" srcId="{51BB71B7-FDA6-4E04-B5E2-6612159E683E}" destId="{83DC495C-A37A-4BE6-8E61-16AC4CCC3C23}" srcOrd="0" destOrd="0" presId="urn:microsoft.com/office/officeart/2005/8/layout/orgChart1"/>
    <dgm:cxn modelId="{33632021-2090-44FD-AD5E-CD1C6E4BAE7F}" type="presParOf" srcId="{51BB71B7-FDA6-4E04-B5E2-6612159E683E}" destId="{CC077BCF-C7B5-4A1F-B7F7-DF5833D36579}" srcOrd="1" destOrd="0" presId="urn:microsoft.com/office/officeart/2005/8/layout/orgChart1"/>
    <dgm:cxn modelId="{59C66BC4-08D9-4E1C-8B23-9ACFFDF3591C}" type="presParOf" srcId="{CC077BCF-C7B5-4A1F-B7F7-DF5833D36579}" destId="{87FB54CF-F66F-4B6A-A1B3-BB31BEA90EB9}" srcOrd="0" destOrd="0" presId="urn:microsoft.com/office/officeart/2005/8/layout/orgChart1"/>
    <dgm:cxn modelId="{1B4D7B91-77F6-42CF-BF6B-59F4F7B4AD04}" type="presParOf" srcId="{87FB54CF-F66F-4B6A-A1B3-BB31BEA90EB9}" destId="{270BF69E-4EE8-450B-A2E2-63232ADAF9C7}" srcOrd="0" destOrd="0" presId="urn:microsoft.com/office/officeart/2005/8/layout/orgChart1"/>
    <dgm:cxn modelId="{830CD134-A03B-4579-BA57-9BF25277D27D}" type="presParOf" srcId="{87FB54CF-F66F-4B6A-A1B3-BB31BEA90EB9}" destId="{BEF7D42A-60C2-401C-84A5-2A6BC170C599}" srcOrd="1" destOrd="0" presId="urn:microsoft.com/office/officeart/2005/8/layout/orgChart1"/>
    <dgm:cxn modelId="{AE2BA83C-A81E-48BD-8C5C-C3EA2D7CBF2B}" type="presParOf" srcId="{CC077BCF-C7B5-4A1F-B7F7-DF5833D36579}" destId="{8AB29CB2-7E6E-4229-B10A-BFD693871E80}" srcOrd="1" destOrd="0" presId="urn:microsoft.com/office/officeart/2005/8/layout/orgChart1"/>
    <dgm:cxn modelId="{47EE7F63-BF7B-495F-9467-CD91DCA40B3D}" type="presParOf" srcId="{8AB29CB2-7E6E-4229-B10A-BFD693871E80}" destId="{054FE09C-936A-40DD-A624-3945FC1318B7}" srcOrd="0" destOrd="0" presId="urn:microsoft.com/office/officeart/2005/8/layout/orgChart1"/>
    <dgm:cxn modelId="{A8F78202-9E5D-425F-87AA-1A83FB5EE0A3}" type="presParOf" srcId="{8AB29CB2-7E6E-4229-B10A-BFD693871E80}" destId="{CCF6D324-7673-4BE7-8BC9-32822B6B65E7}" srcOrd="1" destOrd="0" presId="urn:microsoft.com/office/officeart/2005/8/layout/orgChart1"/>
    <dgm:cxn modelId="{EA657810-31C6-4B46-A147-84634A4AAF38}" type="presParOf" srcId="{CCF6D324-7673-4BE7-8BC9-32822B6B65E7}" destId="{8DD2D520-CFC9-42D3-9ED2-E5C41ACC3ED4}" srcOrd="0" destOrd="0" presId="urn:microsoft.com/office/officeart/2005/8/layout/orgChart1"/>
    <dgm:cxn modelId="{DD593FD2-A478-4010-AA72-83339296946C}" type="presParOf" srcId="{8DD2D520-CFC9-42D3-9ED2-E5C41ACC3ED4}" destId="{6D325FAF-70D5-49C9-9DE3-BD69E8711758}" srcOrd="0" destOrd="0" presId="urn:microsoft.com/office/officeart/2005/8/layout/orgChart1"/>
    <dgm:cxn modelId="{DB955205-860A-4C80-9E82-10F5EBB5596C}" type="presParOf" srcId="{8DD2D520-CFC9-42D3-9ED2-E5C41ACC3ED4}" destId="{B8124C7E-3AE2-4D23-A988-A6504B322FCD}" srcOrd="1" destOrd="0" presId="urn:microsoft.com/office/officeart/2005/8/layout/orgChart1"/>
    <dgm:cxn modelId="{6A12B7ED-16E5-4EEF-B209-A4B2801A55B0}" type="presParOf" srcId="{CCF6D324-7673-4BE7-8BC9-32822B6B65E7}" destId="{3D73A5CB-43FB-4F82-832F-464963F8267C}" srcOrd="1" destOrd="0" presId="urn:microsoft.com/office/officeart/2005/8/layout/orgChart1"/>
    <dgm:cxn modelId="{C8C83D10-6792-4450-964B-41B2A34CADCA}" type="presParOf" srcId="{CCF6D324-7673-4BE7-8BC9-32822B6B65E7}" destId="{BBD79510-1BF0-4011-8326-083E35A3B983}" srcOrd="2" destOrd="0" presId="urn:microsoft.com/office/officeart/2005/8/layout/orgChart1"/>
    <dgm:cxn modelId="{E9F9F367-0D4F-4C6B-91B2-27F7B3231BDA}" type="presParOf" srcId="{8AB29CB2-7E6E-4229-B10A-BFD693871E80}" destId="{5974B194-317E-4DEC-BA34-5303765CBD0B}" srcOrd="2" destOrd="0" presId="urn:microsoft.com/office/officeart/2005/8/layout/orgChart1"/>
    <dgm:cxn modelId="{5C0FD45C-3980-475F-9976-3D664E9A9C9A}" type="presParOf" srcId="{8AB29CB2-7E6E-4229-B10A-BFD693871E80}" destId="{765315FC-AF94-445F-90FC-67ED012C4B3E}" srcOrd="3" destOrd="0" presId="urn:microsoft.com/office/officeart/2005/8/layout/orgChart1"/>
    <dgm:cxn modelId="{0D24B3E1-0E77-4EE4-96BE-A3E50FCC85DB}" type="presParOf" srcId="{765315FC-AF94-445F-90FC-67ED012C4B3E}" destId="{F4EF33F0-FEFA-404D-A6CF-541D224D4BF8}" srcOrd="0" destOrd="0" presId="urn:microsoft.com/office/officeart/2005/8/layout/orgChart1"/>
    <dgm:cxn modelId="{3433D856-355C-4E2E-852A-E8BAAE2E3A16}" type="presParOf" srcId="{F4EF33F0-FEFA-404D-A6CF-541D224D4BF8}" destId="{3D7C8AB9-0BA8-4BF1-861C-0DECBE5A7396}" srcOrd="0" destOrd="0" presId="urn:microsoft.com/office/officeart/2005/8/layout/orgChart1"/>
    <dgm:cxn modelId="{9B5CB03F-E44B-43AE-BFE9-E7E288A2F654}" type="presParOf" srcId="{F4EF33F0-FEFA-404D-A6CF-541D224D4BF8}" destId="{F5AAB9B4-5619-41EE-9089-7EF087E6460E}" srcOrd="1" destOrd="0" presId="urn:microsoft.com/office/officeart/2005/8/layout/orgChart1"/>
    <dgm:cxn modelId="{A4DF593A-0C19-4FA8-AEB9-455FDC62361A}" type="presParOf" srcId="{765315FC-AF94-445F-90FC-67ED012C4B3E}" destId="{A8927184-BB11-4CA1-8545-521D87C4544E}" srcOrd="1" destOrd="0" presId="urn:microsoft.com/office/officeart/2005/8/layout/orgChart1"/>
    <dgm:cxn modelId="{B2F637BE-2894-40A3-AF1E-7CBE5ECC278B}" type="presParOf" srcId="{765315FC-AF94-445F-90FC-67ED012C4B3E}" destId="{FEF0716E-7E9A-403C-88FA-BC87E5399D86}" srcOrd="2" destOrd="0" presId="urn:microsoft.com/office/officeart/2005/8/layout/orgChart1"/>
    <dgm:cxn modelId="{6296FABC-379E-4458-9284-C9DA1BAB53C8}" type="presParOf" srcId="{8AB29CB2-7E6E-4229-B10A-BFD693871E80}" destId="{C55C5902-325A-449D-9465-987BF8D1473E}" srcOrd="4" destOrd="0" presId="urn:microsoft.com/office/officeart/2005/8/layout/orgChart1"/>
    <dgm:cxn modelId="{6489E39E-B081-4CE0-AB27-526E8A27A46B}" type="presParOf" srcId="{8AB29CB2-7E6E-4229-B10A-BFD693871E80}" destId="{B02D3686-9FEA-4720-9BA5-1F21E8A00E69}" srcOrd="5" destOrd="0" presId="urn:microsoft.com/office/officeart/2005/8/layout/orgChart1"/>
    <dgm:cxn modelId="{8FB56CFE-3C1C-4E2E-813E-2D91B371DB79}" type="presParOf" srcId="{B02D3686-9FEA-4720-9BA5-1F21E8A00E69}" destId="{2D46507B-653A-4A52-8A79-349ADD7CB4E1}" srcOrd="0" destOrd="0" presId="urn:microsoft.com/office/officeart/2005/8/layout/orgChart1"/>
    <dgm:cxn modelId="{D79BDCC8-CC2A-4CA2-8606-0A37AE13DBC1}" type="presParOf" srcId="{2D46507B-653A-4A52-8A79-349ADD7CB4E1}" destId="{6E290BD7-844D-401E-AEC8-D4E40E8A4D8A}" srcOrd="0" destOrd="0" presId="urn:microsoft.com/office/officeart/2005/8/layout/orgChart1"/>
    <dgm:cxn modelId="{AEA89C99-943C-4A84-A9D6-A6B852C322A3}" type="presParOf" srcId="{2D46507B-653A-4A52-8A79-349ADD7CB4E1}" destId="{A0B817D3-99C9-4C73-A656-F4FE15017EFD}" srcOrd="1" destOrd="0" presId="urn:microsoft.com/office/officeart/2005/8/layout/orgChart1"/>
    <dgm:cxn modelId="{A4F611C8-8A75-4819-A751-DCFE6D5DD57C}" type="presParOf" srcId="{B02D3686-9FEA-4720-9BA5-1F21E8A00E69}" destId="{466FA745-E257-4BAB-A54C-97EFF8BB628B}" srcOrd="1" destOrd="0" presId="urn:microsoft.com/office/officeart/2005/8/layout/orgChart1"/>
    <dgm:cxn modelId="{C8FA1560-4B95-4B00-848E-7C68367E1C1A}" type="presParOf" srcId="{B02D3686-9FEA-4720-9BA5-1F21E8A00E69}" destId="{9106E149-D32A-4285-8EA7-E135ABC6CB23}" srcOrd="2" destOrd="0" presId="urn:microsoft.com/office/officeart/2005/8/layout/orgChart1"/>
    <dgm:cxn modelId="{24DCF059-3D78-4E78-B42B-BA573B4555B9}" type="presParOf" srcId="{CC077BCF-C7B5-4A1F-B7F7-DF5833D36579}" destId="{24FCE9C5-8F84-402F-98F3-0FC8F3C48E7B}" srcOrd="2" destOrd="0" presId="urn:microsoft.com/office/officeart/2005/8/layout/orgChart1"/>
    <dgm:cxn modelId="{7E4BFECA-05E0-40FA-B7E4-453FBD4FBE59}" type="presParOf" srcId="{51BB71B7-FDA6-4E04-B5E2-6612159E683E}" destId="{ABD61D0D-9CD3-44B8-9532-CE9C9A97E37D}" srcOrd="2" destOrd="0" presId="urn:microsoft.com/office/officeart/2005/8/layout/orgChart1"/>
    <dgm:cxn modelId="{F294FD17-51DE-436A-BED3-94ABDE8FCC12}" type="presParOf" srcId="{51BB71B7-FDA6-4E04-B5E2-6612159E683E}" destId="{1EF15638-BD47-4A4F-9954-FFBB0C0687C5}" srcOrd="3" destOrd="0" presId="urn:microsoft.com/office/officeart/2005/8/layout/orgChart1"/>
    <dgm:cxn modelId="{A83DF5C6-3E53-4553-B8B6-BCB855E2F612}" type="presParOf" srcId="{1EF15638-BD47-4A4F-9954-FFBB0C0687C5}" destId="{FAADE45D-2ABE-4C39-8B76-375C3FBD40C8}" srcOrd="0" destOrd="0" presId="urn:microsoft.com/office/officeart/2005/8/layout/orgChart1"/>
    <dgm:cxn modelId="{1173C218-5282-41A4-AF4B-8286692DC816}" type="presParOf" srcId="{FAADE45D-2ABE-4C39-8B76-375C3FBD40C8}" destId="{69C6DEF3-D110-4738-B2EA-140CBC7BD3F7}" srcOrd="0" destOrd="0" presId="urn:microsoft.com/office/officeart/2005/8/layout/orgChart1"/>
    <dgm:cxn modelId="{AAAC5A78-21E4-45AC-861C-068294F4C724}" type="presParOf" srcId="{FAADE45D-2ABE-4C39-8B76-375C3FBD40C8}" destId="{C5A38591-9A3F-4A73-AC49-13DF7EFCCE6E}" srcOrd="1" destOrd="0" presId="urn:microsoft.com/office/officeart/2005/8/layout/orgChart1"/>
    <dgm:cxn modelId="{D339212F-5E72-4D3C-A6EA-60A6F1044163}" type="presParOf" srcId="{1EF15638-BD47-4A4F-9954-FFBB0C0687C5}" destId="{413D3E1B-94EA-4CD5-882A-28D1F580A45D}" srcOrd="1" destOrd="0" presId="urn:microsoft.com/office/officeart/2005/8/layout/orgChart1"/>
    <dgm:cxn modelId="{003F36A2-36CC-4BF1-8511-5EA24FED7749}" type="presParOf" srcId="{1EF15638-BD47-4A4F-9954-FFBB0C0687C5}" destId="{A8F19626-99F5-4595-93FF-5ED0B7B0B0ED}" srcOrd="2" destOrd="0" presId="urn:microsoft.com/office/officeart/2005/8/layout/orgChart1"/>
    <dgm:cxn modelId="{64075B0B-3557-4BC9-BF39-F8F20B043F4E}" type="presParOf" srcId="{02860920-C082-4D99-98C9-2C97ED297F2A}" destId="{1C1A2BDA-AE64-469B-A8CE-D33F7FF2305C}" srcOrd="2" destOrd="0" presId="urn:microsoft.com/office/officeart/2005/8/layout/orgChart1"/>
    <dgm:cxn modelId="{DBC1CE99-DF4D-4F32-A0A9-0FDD02BA8EBD}" type="presParOf" srcId="{41151D35-FC48-4DD7-95D0-43B9CF75EC5A}" destId="{0F59F91C-DEC0-4C6F-856B-F66816F16B5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61D0D-9CD3-44B8-9532-CE9C9A97E37D}">
      <dsp:nvSpPr>
        <dsp:cNvPr id="0" name=""/>
        <dsp:cNvSpPr/>
      </dsp:nvSpPr>
      <dsp:spPr>
        <a:xfrm>
          <a:off x="3905775" y="1265176"/>
          <a:ext cx="632087" cy="219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01"/>
              </a:lnTo>
              <a:lnTo>
                <a:pt x="632087" y="109701"/>
              </a:lnTo>
              <a:lnTo>
                <a:pt x="632087" y="2194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C5902-325A-449D-9465-987BF8D1473E}">
      <dsp:nvSpPr>
        <dsp:cNvPr id="0" name=""/>
        <dsp:cNvSpPr/>
      </dsp:nvSpPr>
      <dsp:spPr>
        <a:xfrm>
          <a:off x="2855778" y="2006965"/>
          <a:ext cx="156716" cy="1964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4174"/>
              </a:lnTo>
              <a:lnTo>
                <a:pt x="156716" y="196417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4B194-317E-4DEC-BA34-5303765CBD0B}">
      <dsp:nvSpPr>
        <dsp:cNvPr id="0" name=""/>
        <dsp:cNvSpPr/>
      </dsp:nvSpPr>
      <dsp:spPr>
        <a:xfrm>
          <a:off x="2855778" y="2006965"/>
          <a:ext cx="156716" cy="1222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2384"/>
              </a:lnTo>
              <a:lnTo>
                <a:pt x="156716" y="12223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FE09C-936A-40DD-A624-3945FC1318B7}">
      <dsp:nvSpPr>
        <dsp:cNvPr id="0" name=""/>
        <dsp:cNvSpPr/>
      </dsp:nvSpPr>
      <dsp:spPr>
        <a:xfrm>
          <a:off x="2855778" y="2006965"/>
          <a:ext cx="156716" cy="48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0595"/>
              </a:lnTo>
              <a:lnTo>
                <a:pt x="156716" y="48059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C495C-A37A-4BE6-8E61-16AC4CCC3C23}">
      <dsp:nvSpPr>
        <dsp:cNvPr id="0" name=""/>
        <dsp:cNvSpPr/>
      </dsp:nvSpPr>
      <dsp:spPr>
        <a:xfrm>
          <a:off x="3273687" y="1265176"/>
          <a:ext cx="632087" cy="219402"/>
        </a:xfrm>
        <a:custGeom>
          <a:avLst/>
          <a:gdLst/>
          <a:ahLst/>
          <a:cxnLst/>
          <a:rect l="0" t="0" r="0" b="0"/>
          <a:pathLst>
            <a:path>
              <a:moveTo>
                <a:pt x="632087" y="0"/>
              </a:moveTo>
              <a:lnTo>
                <a:pt x="632087" y="109701"/>
              </a:lnTo>
              <a:lnTo>
                <a:pt x="0" y="109701"/>
              </a:lnTo>
              <a:lnTo>
                <a:pt x="0" y="2194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9F8065-3037-4893-B4AB-23F3AF44DB97}">
      <dsp:nvSpPr>
        <dsp:cNvPr id="0" name=""/>
        <dsp:cNvSpPr/>
      </dsp:nvSpPr>
      <dsp:spPr>
        <a:xfrm>
          <a:off x="2641599" y="523387"/>
          <a:ext cx="1264175" cy="219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01"/>
              </a:lnTo>
              <a:lnTo>
                <a:pt x="1264175" y="109701"/>
              </a:lnTo>
              <a:lnTo>
                <a:pt x="1264175" y="21940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CB72C-43DE-451A-986B-6E15BFA26CFB}">
      <dsp:nvSpPr>
        <dsp:cNvPr id="0" name=""/>
        <dsp:cNvSpPr/>
      </dsp:nvSpPr>
      <dsp:spPr>
        <a:xfrm>
          <a:off x="2595879" y="523387"/>
          <a:ext cx="91440" cy="2194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940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20DBAE-C69E-4CEB-A726-E0178F4A6EDC}">
      <dsp:nvSpPr>
        <dsp:cNvPr id="0" name=""/>
        <dsp:cNvSpPr/>
      </dsp:nvSpPr>
      <dsp:spPr>
        <a:xfrm>
          <a:off x="1545882" y="2006965"/>
          <a:ext cx="91440" cy="4566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665"/>
              </a:lnTo>
              <a:lnTo>
                <a:pt x="92369" y="45666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AD91C1-BE69-49AD-9EFA-34BB7836C71F}">
      <dsp:nvSpPr>
        <dsp:cNvPr id="0" name=""/>
        <dsp:cNvSpPr/>
      </dsp:nvSpPr>
      <dsp:spPr>
        <a:xfrm>
          <a:off x="1377424" y="1265176"/>
          <a:ext cx="632087" cy="219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01"/>
              </a:lnTo>
              <a:lnTo>
                <a:pt x="632087" y="109701"/>
              </a:lnTo>
              <a:lnTo>
                <a:pt x="632087" y="2194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6E2DF3-714E-4AA1-AE0E-C940A3FBE27C}">
      <dsp:nvSpPr>
        <dsp:cNvPr id="0" name=""/>
        <dsp:cNvSpPr/>
      </dsp:nvSpPr>
      <dsp:spPr>
        <a:xfrm>
          <a:off x="149700" y="2006965"/>
          <a:ext cx="99389" cy="456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6665"/>
              </a:lnTo>
              <a:lnTo>
                <a:pt x="99389" y="45666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8D6D85-3B9C-49C2-9211-7EE1882A7FD6}">
      <dsp:nvSpPr>
        <dsp:cNvPr id="0" name=""/>
        <dsp:cNvSpPr/>
      </dsp:nvSpPr>
      <dsp:spPr>
        <a:xfrm>
          <a:off x="567609" y="1265176"/>
          <a:ext cx="809814" cy="219402"/>
        </a:xfrm>
        <a:custGeom>
          <a:avLst/>
          <a:gdLst/>
          <a:ahLst/>
          <a:cxnLst/>
          <a:rect l="0" t="0" r="0" b="0"/>
          <a:pathLst>
            <a:path>
              <a:moveTo>
                <a:pt x="809814" y="0"/>
              </a:moveTo>
              <a:lnTo>
                <a:pt x="809814" y="109701"/>
              </a:lnTo>
              <a:lnTo>
                <a:pt x="0" y="109701"/>
              </a:lnTo>
              <a:lnTo>
                <a:pt x="0" y="2194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1B81B7-6D1C-4E0F-9410-B4C2F59D47C6}">
      <dsp:nvSpPr>
        <dsp:cNvPr id="0" name=""/>
        <dsp:cNvSpPr/>
      </dsp:nvSpPr>
      <dsp:spPr>
        <a:xfrm>
          <a:off x="1377424" y="523387"/>
          <a:ext cx="1264175" cy="219402"/>
        </a:xfrm>
        <a:custGeom>
          <a:avLst/>
          <a:gdLst/>
          <a:ahLst/>
          <a:cxnLst/>
          <a:rect l="0" t="0" r="0" b="0"/>
          <a:pathLst>
            <a:path>
              <a:moveTo>
                <a:pt x="1264175" y="0"/>
              </a:moveTo>
              <a:lnTo>
                <a:pt x="1264175" y="109701"/>
              </a:lnTo>
              <a:lnTo>
                <a:pt x="0" y="109701"/>
              </a:lnTo>
              <a:lnTo>
                <a:pt x="0" y="21940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DF17F-5931-40B1-8FD5-252333D98F78}">
      <dsp:nvSpPr>
        <dsp:cNvPr id="0" name=""/>
        <dsp:cNvSpPr/>
      </dsp:nvSpPr>
      <dsp:spPr>
        <a:xfrm>
          <a:off x="2119213" y="1000"/>
          <a:ext cx="1044773" cy="522386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.</a:t>
          </a:r>
        </a:p>
      </dsp:txBody>
      <dsp:txXfrm>
        <a:off x="2119213" y="1000"/>
        <a:ext cx="1044773" cy="522386"/>
      </dsp:txXfrm>
    </dsp:sp>
    <dsp:sp modelId="{EEABBB5C-C163-4A05-B437-30F3129A42F7}">
      <dsp:nvSpPr>
        <dsp:cNvPr id="0" name=""/>
        <dsp:cNvSpPr/>
      </dsp:nvSpPr>
      <dsp:spPr>
        <a:xfrm>
          <a:off x="855037" y="742789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BE</a:t>
          </a:r>
        </a:p>
      </dsp:txBody>
      <dsp:txXfrm>
        <a:off x="855037" y="742789"/>
        <a:ext cx="1044773" cy="522386"/>
      </dsp:txXfrm>
    </dsp:sp>
    <dsp:sp modelId="{CA3CEDC9-D230-4BD9-B126-D68DC8416F35}">
      <dsp:nvSpPr>
        <dsp:cNvPr id="0" name=""/>
        <dsp:cNvSpPr/>
      </dsp:nvSpPr>
      <dsp:spPr>
        <a:xfrm>
          <a:off x="45223" y="1484579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GOOGLE</a:t>
          </a:r>
        </a:p>
      </dsp:txBody>
      <dsp:txXfrm>
        <a:off x="45223" y="1484579"/>
        <a:ext cx="1044773" cy="522386"/>
      </dsp:txXfrm>
    </dsp:sp>
    <dsp:sp modelId="{7072A789-DADF-416C-A2A5-ECE24797A73E}">
      <dsp:nvSpPr>
        <dsp:cNvPr id="0" name=""/>
        <dsp:cNvSpPr/>
      </dsp:nvSpPr>
      <dsp:spPr>
        <a:xfrm>
          <a:off x="249089" y="2202437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WWW</a:t>
          </a:r>
        </a:p>
      </dsp:txBody>
      <dsp:txXfrm>
        <a:off x="249089" y="2202437"/>
        <a:ext cx="1044773" cy="522386"/>
      </dsp:txXfrm>
    </dsp:sp>
    <dsp:sp modelId="{ED4E6CFB-ECA2-4606-BF63-0A9CA45E0014}">
      <dsp:nvSpPr>
        <dsp:cNvPr id="0" name=""/>
        <dsp:cNvSpPr/>
      </dsp:nvSpPr>
      <dsp:spPr>
        <a:xfrm>
          <a:off x="1487125" y="1484579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MSN</a:t>
          </a:r>
        </a:p>
      </dsp:txBody>
      <dsp:txXfrm>
        <a:off x="1487125" y="1484579"/>
        <a:ext cx="1044773" cy="522386"/>
      </dsp:txXfrm>
    </dsp:sp>
    <dsp:sp modelId="{470D7984-B9AF-41B0-AAAA-3B452052AD94}">
      <dsp:nvSpPr>
        <dsp:cNvPr id="0" name=""/>
        <dsp:cNvSpPr/>
      </dsp:nvSpPr>
      <dsp:spPr>
        <a:xfrm>
          <a:off x="1638251" y="2202437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WWW</a:t>
          </a:r>
        </a:p>
      </dsp:txBody>
      <dsp:txXfrm>
        <a:off x="1638251" y="2202437"/>
        <a:ext cx="1044773" cy="522386"/>
      </dsp:txXfrm>
    </dsp:sp>
    <dsp:sp modelId="{92FA27ED-F55E-4845-9A79-48488A760D95}">
      <dsp:nvSpPr>
        <dsp:cNvPr id="0" name=""/>
        <dsp:cNvSpPr/>
      </dsp:nvSpPr>
      <dsp:spPr>
        <a:xfrm>
          <a:off x="2119213" y="742789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</a:t>
          </a:r>
        </a:p>
      </dsp:txBody>
      <dsp:txXfrm>
        <a:off x="2119213" y="742789"/>
        <a:ext cx="1044773" cy="522386"/>
      </dsp:txXfrm>
    </dsp:sp>
    <dsp:sp modelId="{61A981C5-A334-47BB-8ACE-5BB5BB30325C}">
      <dsp:nvSpPr>
        <dsp:cNvPr id="0" name=""/>
        <dsp:cNvSpPr/>
      </dsp:nvSpPr>
      <dsp:spPr>
        <a:xfrm>
          <a:off x="3383389" y="742789"/>
          <a:ext cx="1044773" cy="522386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</a:t>
          </a:r>
        </a:p>
      </dsp:txBody>
      <dsp:txXfrm>
        <a:off x="3383389" y="742789"/>
        <a:ext cx="1044773" cy="522386"/>
      </dsp:txXfrm>
    </dsp:sp>
    <dsp:sp modelId="{270BF69E-4EE8-450B-A2E2-63232ADAF9C7}">
      <dsp:nvSpPr>
        <dsp:cNvPr id="0" name=""/>
        <dsp:cNvSpPr/>
      </dsp:nvSpPr>
      <dsp:spPr>
        <a:xfrm>
          <a:off x="2751301" y="1484579"/>
          <a:ext cx="1044773" cy="522386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TECHNO</a:t>
          </a:r>
        </a:p>
      </dsp:txBody>
      <dsp:txXfrm>
        <a:off x="2751301" y="1484579"/>
        <a:ext cx="1044773" cy="522386"/>
      </dsp:txXfrm>
    </dsp:sp>
    <dsp:sp modelId="{6D325FAF-70D5-49C9-9DE3-BD69E8711758}">
      <dsp:nvSpPr>
        <dsp:cNvPr id="0" name=""/>
        <dsp:cNvSpPr/>
      </dsp:nvSpPr>
      <dsp:spPr>
        <a:xfrm>
          <a:off x="3012494" y="2226368"/>
          <a:ext cx="1044773" cy="522386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WWW</a:t>
          </a:r>
        </a:p>
      </dsp:txBody>
      <dsp:txXfrm>
        <a:off x="3012494" y="2226368"/>
        <a:ext cx="1044773" cy="522386"/>
      </dsp:txXfrm>
    </dsp:sp>
    <dsp:sp modelId="{3D7C8AB9-0BA8-4BF1-861C-0DECBE5A7396}">
      <dsp:nvSpPr>
        <dsp:cNvPr id="0" name=""/>
        <dsp:cNvSpPr/>
      </dsp:nvSpPr>
      <dsp:spPr>
        <a:xfrm>
          <a:off x="3012494" y="2968157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MAIL</a:t>
          </a:r>
        </a:p>
      </dsp:txBody>
      <dsp:txXfrm>
        <a:off x="3012494" y="2968157"/>
        <a:ext cx="1044773" cy="522386"/>
      </dsp:txXfrm>
    </dsp:sp>
    <dsp:sp modelId="{6E290BD7-844D-401E-AEC8-D4E40E8A4D8A}">
      <dsp:nvSpPr>
        <dsp:cNvPr id="0" name=""/>
        <dsp:cNvSpPr/>
      </dsp:nvSpPr>
      <dsp:spPr>
        <a:xfrm>
          <a:off x="3012494" y="3709946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FTP</a:t>
          </a:r>
        </a:p>
      </dsp:txBody>
      <dsp:txXfrm>
        <a:off x="3012494" y="3709946"/>
        <a:ext cx="1044773" cy="522386"/>
      </dsp:txXfrm>
    </dsp:sp>
    <dsp:sp modelId="{69C6DEF3-D110-4738-B2EA-140CBC7BD3F7}">
      <dsp:nvSpPr>
        <dsp:cNvPr id="0" name=""/>
        <dsp:cNvSpPr/>
      </dsp:nvSpPr>
      <dsp:spPr>
        <a:xfrm>
          <a:off x="4015477" y="1484579"/>
          <a:ext cx="1044773" cy="5223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FACEBOOK</a:t>
          </a:r>
        </a:p>
      </dsp:txBody>
      <dsp:txXfrm>
        <a:off x="4015477" y="1484579"/>
        <a:ext cx="1044773" cy="522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hyperlink" Target="http://www.techn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png"/><Relationship Id="rId4" Type="http://schemas.openxmlformats.org/officeDocument/2006/relationships/diagramData" Target="../diagrams/data1.xml"/><Relationship Id="rId9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4 – Découverte de DNS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7" y="5917082"/>
            <a:ext cx="1396300" cy="87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Découverte de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</a:t>
            </a:r>
          </a:p>
          <a:p>
            <a:r>
              <a:rPr lang="fr-BE" dirty="0"/>
              <a:t>Exemple concret</a:t>
            </a:r>
          </a:p>
          <a:p>
            <a:r>
              <a:rPr lang="fr-BE" dirty="0"/>
              <a:t>Installation DNS</a:t>
            </a:r>
          </a:p>
          <a:p>
            <a:r>
              <a:rPr lang="fr-BE" dirty="0" err="1"/>
              <a:t>Forward</a:t>
            </a:r>
            <a:r>
              <a:rPr lang="fr-BE" dirty="0"/>
              <a:t> </a:t>
            </a:r>
            <a:r>
              <a:rPr lang="fr-BE" dirty="0" err="1"/>
              <a:t>Lookup</a:t>
            </a:r>
            <a:r>
              <a:rPr lang="fr-BE" dirty="0"/>
              <a:t> Zone</a:t>
            </a:r>
          </a:p>
          <a:p>
            <a:r>
              <a:rPr lang="fr-BE" dirty="0"/>
              <a:t>Reverse </a:t>
            </a:r>
            <a:r>
              <a:rPr lang="fr-BE" dirty="0" err="1"/>
              <a:t>Lookup</a:t>
            </a:r>
            <a:r>
              <a:rPr lang="fr-BE" dirty="0"/>
              <a:t> Zone</a:t>
            </a:r>
          </a:p>
          <a:p>
            <a:r>
              <a:rPr lang="fr-BE" dirty="0" err="1"/>
              <a:t>Nslookup</a:t>
            </a:r>
            <a:endParaRPr lang="fr-BE" dirty="0"/>
          </a:p>
          <a:p>
            <a:r>
              <a:rPr lang="fr-BE" dirty="0"/>
              <a:t>Configuration DNS</a:t>
            </a:r>
          </a:p>
          <a:p>
            <a:r>
              <a:rPr lang="fr-BE" dirty="0"/>
              <a:t>Outils DNS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0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 dirty="0"/>
              <a:t>DNS (Domain Name System):</a:t>
            </a:r>
          </a:p>
          <a:p>
            <a:pPr lvl="1"/>
            <a:r>
              <a:rPr lang="fr-BE" dirty="0"/>
              <a:t>Communément utilisé pour traduire une adresse IP en un nom compréhensible</a:t>
            </a:r>
          </a:p>
          <a:p>
            <a:r>
              <a:rPr lang="fr-BE" dirty="0"/>
              <a:t>Peut être autonome ou installé sur un DC</a:t>
            </a:r>
          </a:p>
          <a:p>
            <a:r>
              <a:rPr lang="fr-BE" dirty="0"/>
              <a:t>Lors de l’installation du 1</a:t>
            </a:r>
            <a:r>
              <a:rPr lang="fr-BE" baseline="30000" dirty="0"/>
              <a:t>e</a:t>
            </a:r>
            <a:r>
              <a:rPr lang="fr-BE" dirty="0"/>
              <a:t> DC, le service DNS est installé et configuré automatiquement</a:t>
            </a:r>
          </a:p>
          <a:p>
            <a:r>
              <a:rPr lang="fr-BE" dirty="0"/>
              <a:t>Possède une base de données d’enregistrements DNS:</a:t>
            </a:r>
          </a:p>
          <a:p>
            <a:pPr lvl="1"/>
            <a:r>
              <a:rPr lang="fr-BE" dirty="0"/>
              <a:t>Noms des PC / Adresses IP</a:t>
            </a:r>
          </a:p>
          <a:p>
            <a:pPr lvl="1"/>
            <a:r>
              <a:rPr lang="fr-BE" dirty="0"/>
              <a:t>Noms des services / Adresses IP</a:t>
            </a:r>
          </a:p>
          <a:p>
            <a:pPr lvl="1"/>
            <a:r>
              <a:rPr lang="fr-BE" dirty="0"/>
              <a:t>Serveurs DNS du domaine</a:t>
            </a:r>
          </a:p>
          <a:p>
            <a:pPr lvl="1"/>
            <a:r>
              <a:rPr lang="fr-BE" dirty="0"/>
              <a:t>DC / Adresses IP</a:t>
            </a:r>
          </a:p>
          <a:p>
            <a:pPr lvl="1"/>
            <a:r>
              <a:rPr lang="fr-BE" dirty="0"/>
              <a:t>Noms du serveur catalogue</a:t>
            </a:r>
          </a:p>
          <a:p>
            <a:pPr lvl="1"/>
            <a:r>
              <a:rPr lang="fr-BE" dirty="0"/>
              <a:t>Etc…</a:t>
            </a:r>
          </a:p>
          <a:p>
            <a:r>
              <a:rPr lang="fr-BE" dirty="0"/>
              <a:t>Cette base de données est consultable grâce à l’outil « Gestionnaire de DNS »</a:t>
            </a:r>
          </a:p>
          <a:p>
            <a:r>
              <a:rPr lang="fr-BE" dirty="0"/>
              <a:t>Une machine dans un domaine possède un FQDN (</a:t>
            </a:r>
            <a:r>
              <a:rPr lang="fr-BE" dirty="0" err="1"/>
              <a:t>Fully</a:t>
            </a:r>
            <a:r>
              <a:rPr lang="fr-BE" dirty="0"/>
              <a:t> </a:t>
            </a:r>
            <a:r>
              <a:rPr lang="fr-BE" dirty="0" err="1"/>
              <a:t>Qualified</a:t>
            </a:r>
            <a:r>
              <a:rPr lang="fr-BE" dirty="0"/>
              <a:t> Domain Name) qui révèle sa position absolue dans l’arborescence DNS en indiquant tous les domaines de niveau supérieur jusqu’à la racine</a:t>
            </a:r>
          </a:p>
          <a:p>
            <a:pPr lvl="1"/>
            <a:r>
              <a:rPr lang="fr-BE" dirty="0"/>
              <a:t>Ex: ath.wallonie.belgium.com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92" y="2304769"/>
            <a:ext cx="4131698" cy="26807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6059978" y="4430684"/>
            <a:ext cx="1313411" cy="554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82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Exemple concret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6276" y="1811455"/>
            <a:ext cx="4624615" cy="4209110"/>
          </a:xfrm>
        </p:spPr>
        <p:txBody>
          <a:bodyPr>
            <a:normAutofit fontScale="92500" lnSpcReduction="10000"/>
          </a:bodyPr>
          <a:lstStyle/>
          <a:p>
            <a:r>
              <a:rPr lang="fr-BE" sz="1200" dirty="0"/>
              <a:t>Le portable veut surfer sur </a:t>
            </a:r>
            <a:r>
              <a:rPr lang="fr-BE" sz="1200" dirty="0">
                <a:hlinkClick r:id="rId2"/>
              </a:rPr>
              <a:t>www.techno.com</a:t>
            </a:r>
            <a:endParaRPr lang="fr-BE" sz="1200" dirty="0"/>
          </a:p>
          <a:p>
            <a:r>
              <a:rPr lang="fr-BE" sz="1200" dirty="0"/>
              <a:t>1: Le portable interroge son serveur DNS « connais-tu l’IP de </a:t>
            </a:r>
            <a:r>
              <a:rPr lang="fr-BE" sz="1200" dirty="0">
                <a:hlinkClick r:id="rId2"/>
              </a:rPr>
              <a:t>www.techno.com</a:t>
            </a:r>
            <a:r>
              <a:rPr lang="fr-BE" sz="1200" dirty="0"/>
              <a:t>? ». Le DNS répond NON</a:t>
            </a:r>
          </a:p>
          <a:p>
            <a:r>
              <a:rPr lang="fr-BE" sz="1200" dirty="0"/>
              <a:t>2: Le DNS interroge le serveur </a:t>
            </a:r>
            <a:r>
              <a:rPr lang="fr-BE" sz="1200" dirty="0" err="1"/>
              <a:t>root</a:t>
            </a:r>
            <a:r>
              <a:rPr lang="fr-BE" sz="1200" dirty="0"/>
              <a:t> « connais-tu l’IP de </a:t>
            </a:r>
            <a:r>
              <a:rPr lang="fr-BE" sz="1200" dirty="0">
                <a:hlinkClick r:id="rId2"/>
              </a:rPr>
              <a:t>www.techno.com</a:t>
            </a:r>
            <a:r>
              <a:rPr lang="fr-BE" sz="1200" dirty="0"/>
              <a:t>? ». Le serveur </a:t>
            </a:r>
            <a:r>
              <a:rPr lang="fr-BE" sz="1200" dirty="0" err="1"/>
              <a:t>root</a:t>
            </a:r>
            <a:r>
              <a:rPr lang="fr-BE" sz="1200" dirty="0"/>
              <a:t> lui répond NON mais je connais l’IP du serveur DNS qui gère la zone COM</a:t>
            </a:r>
          </a:p>
          <a:p>
            <a:r>
              <a:rPr lang="fr-BE" sz="1200" dirty="0"/>
              <a:t>3: Le DNS interroge le serveur DNS TLD qui gère la zone COM « connais-tu l’IP de </a:t>
            </a:r>
            <a:r>
              <a:rPr lang="fr-BE" sz="1200" dirty="0">
                <a:hlinkClick r:id="rId2"/>
              </a:rPr>
              <a:t>www.techno.com</a:t>
            </a:r>
            <a:r>
              <a:rPr lang="fr-BE" sz="1200" dirty="0"/>
              <a:t>? ». Le serveur lui répond NON mais je connais l’IP du serveur DNS qui gère la zone TECHNO</a:t>
            </a:r>
          </a:p>
          <a:p>
            <a:r>
              <a:rPr lang="fr-BE" sz="1200" dirty="0"/>
              <a:t>4: Le DNS interroge le DNS qui gère la zone TECHNO « connais-tu l’IP de </a:t>
            </a:r>
            <a:r>
              <a:rPr lang="fr-BE" sz="1200" dirty="0">
                <a:hlinkClick r:id="rId2"/>
              </a:rPr>
              <a:t>www.techno.com</a:t>
            </a:r>
            <a:r>
              <a:rPr lang="fr-BE" sz="1200" dirty="0"/>
              <a:t>? ». Le serveur lui répond OUI, voici son IP</a:t>
            </a:r>
          </a:p>
          <a:p>
            <a:r>
              <a:rPr lang="fr-BE" sz="1200" dirty="0"/>
              <a:t>5: le DNS donne l’IP de </a:t>
            </a:r>
            <a:r>
              <a:rPr lang="fr-BE" sz="1200" dirty="0">
                <a:hlinkClick r:id="rId2"/>
              </a:rPr>
              <a:t>www.techno.com</a:t>
            </a:r>
            <a:r>
              <a:rPr lang="fr-BE" sz="1200" dirty="0"/>
              <a:t> au portable qui peut enfin se connecter</a:t>
            </a:r>
          </a:p>
          <a:p>
            <a:r>
              <a:rPr lang="fr-BE" sz="1200" dirty="0"/>
              <a:t>Serveur </a:t>
            </a:r>
            <a:r>
              <a:rPr lang="fr-BE" sz="1200" dirty="0" err="1"/>
              <a:t>root</a:t>
            </a:r>
            <a:r>
              <a:rPr lang="fr-BE" sz="1200" dirty="0"/>
              <a:t> (ou racine): Serveur DNS qui répond aux requêtes concernant les TLD. Ils sont au nombre de 13, dont les noms sont de la forme lettre.root-servers.net où lettre est une lettre comprise entre A et M</a:t>
            </a:r>
          </a:p>
          <a:p>
            <a:r>
              <a:rPr lang="fr-BE" sz="1200" dirty="0"/>
              <a:t>TLD: Top </a:t>
            </a:r>
            <a:r>
              <a:rPr lang="fr-BE" sz="1200" dirty="0" err="1"/>
              <a:t>Level</a:t>
            </a:r>
            <a:r>
              <a:rPr lang="fr-BE" sz="1200" dirty="0"/>
              <a:t> Domain</a:t>
            </a:r>
          </a:p>
          <a:p>
            <a:endParaRPr lang="fr-B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46020163"/>
              </p:ext>
            </p:extLst>
          </p:nvPr>
        </p:nvGraphicFramePr>
        <p:xfrm>
          <a:off x="313268" y="1549401"/>
          <a:ext cx="5283200" cy="4233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" y="6020565"/>
            <a:ext cx="1017227" cy="6683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68" y="4763338"/>
            <a:ext cx="886889" cy="1019397"/>
          </a:xfrm>
          <a:prstGeom prst="rect">
            <a:avLst/>
          </a:prstGeom>
        </p:spPr>
      </p:pic>
      <p:cxnSp>
        <p:nvCxnSpPr>
          <p:cNvPr id="9" name="Curved Connector 8"/>
          <p:cNvCxnSpPr>
            <a:stCxn id="6" idx="0"/>
            <a:endCxn id="7" idx="3"/>
          </p:cNvCxnSpPr>
          <p:nvPr/>
        </p:nvCxnSpPr>
        <p:spPr>
          <a:xfrm rot="16200000" flipV="1">
            <a:off x="1042978" y="5430216"/>
            <a:ext cx="747528" cy="433169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endCxn id="5" idx="0"/>
          </p:cNvCxnSpPr>
          <p:nvPr/>
        </p:nvCxnSpPr>
        <p:spPr>
          <a:xfrm rot="5400000" flipH="1" flipV="1">
            <a:off x="248822" y="2057291"/>
            <a:ext cx="3213936" cy="2198156"/>
          </a:xfrm>
          <a:prstGeom prst="curvedConnector3">
            <a:avLst>
              <a:gd name="adj1" fmla="val 107113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7" idx="0"/>
          </p:cNvCxnSpPr>
          <p:nvPr/>
        </p:nvCxnSpPr>
        <p:spPr>
          <a:xfrm rot="5400000" flipH="1" flipV="1">
            <a:off x="1112421" y="2184292"/>
            <a:ext cx="2223339" cy="2934754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7" idx="0"/>
          </p:cNvCxnSpPr>
          <p:nvPr/>
        </p:nvCxnSpPr>
        <p:spPr>
          <a:xfrm rot="5400000" flipH="1" flipV="1">
            <a:off x="1171688" y="2853159"/>
            <a:ext cx="1495205" cy="2325154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5400000" flipH="1" flipV="1">
            <a:off x="1604592" y="3109980"/>
            <a:ext cx="843022" cy="2543289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06322" y="6149696"/>
            <a:ext cx="198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www.techno.com</a:t>
            </a:r>
          </a:p>
        </p:txBody>
      </p:sp>
    </p:spTree>
    <p:extLst>
      <p:ext uri="{BB962C8B-B14F-4D97-AF65-F5344CB8AC3E}">
        <p14:creationId xmlns:p14="http://schemas.microsoft.com/office/powerpoint/2010/main" val="98515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Installation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prérequis de base pour installer le rôle DNS sur un serveur, c’est que celui-ci doit avoir une IP statique</a:t>
            </a:r>
          </a:p>
          <a:p>
            <a:r>
              <a:rPr lang="fr-BE" dirty="0"/>
              <a:t>Il faut ensuite ajouter le rôle DNS:</a:t>
            </a:r>
          </a:p>
          <a:p>
            <a:pPr lvl="1"/>
            <a:r>
              <a:rPr lang="fr-BE" dirty="0"/>
              <a:t>Dans Rôles, cliquez sur Ajouter des rôles</a:t>
            </a:r>
          </a:p>
          <a:p>
            <a:pPr lvl="1"/>
            <a:r>
              <a:rPr lang="fr-BE" dirty="0"/>
              <a:t>Sur la page Rôles de serveurs, sélectionnez le rôle Serveur DNS puis cliquez sur Suivant</a:t>
            </a:r>
          </a:p>
          <a:p>
            <a:pPr lvl="1"/>
            <a:r>
              <a:rPr lang="fr-BE" dirty="0"/>
              <a:t>Sur la page DNS, cliquez sur Suivant</a:t>
            </a:r>
          </a:p>
          <a:p>
            <a:pPr lvl="1"/>
            <a:r>
              <a:rPr lang="fr-BE" dirty="0"/>
              <a:t>Sur la page Confirmation, cliquez sur Installer</a:t>
            </a:r>
          </a:p>
          <a:p>
            <a:pPr lvl="1"/>
            <a:r>
              <a:rPr lang="fr-BE" dirty="0"/>
              <a:t>Consultez la page Résultats pour voir si l’installation a réussi puis cliquez sur Fermer</a:t>
            </a:r>
          </a:p>
          <a:p>
            <a:r>
              <a:rPr lang="fr-BE" dirty="0"/>
              <a:t>Lors de l’installation d’un AD, le rôle DNS s’installe automatiquement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2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Forward</a:t>
            </a:r>
            <a:r>
              <a:rPr lang="fr-BE" dirty="0"/>
              <a:t> </a:t>
            </a:r>
            <a:r>
              <a:rPr lang="fr-BE" dirty="0" err="1"/>
              <a:t>Lookup</a:t>
            </a:r>
            <a:r>
              <a:rPr lang="fr-BE" dirty="0"/>
              <a:t> 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4592935" cy="3880773"/>
          </a:xfrm>
        </p:spPr>
        <p:txBody>
          <a:bodyPr/>
          <a:lstStyle/>
          <a:p>
            <a:r>
              <a:rPr lang="fr-BE" dirty="0"/>
              <a:t>En sélectionnait le domaine voulu, on trouve les correspondances et informations entre un nœud et une IP (statique ou dynamique)</a:t>
            </a:r>
          </a:p>
          <a:p>
            <a:r>
              <a:rPr lang="fr-BE" dirty="0"/>
              <a:t>La </a:t>
            </a:r>
            <a:r>
              <a:rPr lang="fr-BE" dirty="0" err="1"/>
              <a:t>Forward</a:t>
            </a:r>
            <a:r>
              <a:rPr lang="fr-BE" dirty="0"/>
              <a:t> </a:t>
            </a:r>
            <a:r>
              <a:rPr lang="fr-BE" dirty="0" err="1"/>
              <a:t>Lookup</a:t>
            </a:r>
            <a:r>
              <a:rPr lang="fr-BE" dirty="0"/>
              <a:t> Zone accueil des enregistrements A, AAAA, SRV, TXT, NS, MX, CNAME, SOA</a:t>
            </a:r>
          </a:p>
          <a:p>
            <a:r>
              <a:rPr lang="fr-BE" dirty="0"/>
              <a:t>En résumé, c’est la zone permettant d’obtenir l’IP d’un FQDN</a:t>
            </a:r>
          </a:p>
          <a:p>
            <a:endParaRPr lang="fr-B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269" y="2160589"/>
            <a:ext cx="5914509" cy="32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2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Reverse </a:t>
            </a:r>
            <a:r>
              <a:rPr lang="fr-BE" dirty="0" err="1"/>
              <a:t>Lookup</a:t>
            </a:r>
            <a:r>
              <a:rPr lang="fr-BE" dirty="0"/>
              <a:t> 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4410055" cy="3880773"/>
          </a:xfrm>
        </p:spPr>
        <p:txBody>
          <a:bodyPr>
            <a:normAutofit/>
          </a:bodyPr>
          <a:lstStyle/>
          <a:p>
            <a:r>
              <a:rPr lang="fr-BE" dirty="0"/>
              <a:t>A l’inverse la </a:t>
            </a:r>
            <a:r>
              <a:rPr lang="fr-BE" dirty="0" err="1"/>
              <a:t>Forward</a:t>
            </a:r>
            <a:r>
              <a:rPr lang="fr-BE" dirty="0"/>
              <a:t> </a:t>
            </a:r>
            <a:r>
              <a:rPr lang="fr-BE" dirty="0" err="1"/>
              <a:t>Lookup</a:t>
            </a:r>
            <a:r>
              <a:rPr lang="fr-BE" dirty="0"/>
              <a:t> Zone, on trouve les correspondances et informations entre une IP et un nœud</a:t>
            </a:r>
          </a:p>
          <a:p>
            <a:r>
              <a:rPr lang="fr-BE" dirty="0"/>
              <a:t>Pour ajouter une Reverse Zone, il faut renseigner l’ID du réseau sans le dernier byte (ex: 192.168.60.)</a:t>
            </a:r>
          </a:p>
          <a:p>
            <a:r>
              <a:rPr lang="fr-BE" dirty="0"/>
              <a:t>La Reverse </a:t>
            </a:r>
            <a:r>
              <a:rPr lang="fr-BE" dirty="0" err="1"/>
              <a:t>Lookup</a:t>
            </a:r>
            <a:r>
              <a:rPr lang="fr-BE" dirty="0"/>
              <a:t> Zone accueil des enregistrements PTR</a:t>
            </a:r>
          </a:p>
          <a:p>
            <a:r>
              <a:rPr lang="fr-BE" dirty="0"/>
              <a:t>En résumé, c’est la zone permettant d’obtenir l’IP d’un FQDN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389" y="2160589"/>
            <a:ext cx="5914509" cy="32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7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Nslookup</a:t>
            </a:r>
            <a:endParaRPr lang="fr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3765"/>
            <a:ext cx="6587066" cy="4407598"/>
          </a:xfrm>
        </p:spPr>
        <p:txBody>
          <a:bodyPr/>
          <a:lstStyle/>
          <a:p>
            <a:r>
              <a:rPr lang="fr-BE" dirty="0" err="1"/>
              <a:t>Nslookup</a:t>
            </a:r>
            <a:r>
              <a:rPr lang="fr-BE" dirty="0"/>
              <a:t> est un outil en CLI fondamental permettant d’interroger un serveur DNS. Il est possible de demande l’IP ou le FQDN</a:t>
            </a:r>
          </a:p>
          <a:p>
            <a:r>
              <a:rPr lang="fr-BE" dirty="0"/>
              <a:t>Dans cet exemple, nous interrogeons notre serveur DNS, nous lui demandons l’IP de:</a:t>
            </a:r>
          </a:p>
          <a:p>
            <a:pPr lvl="1"/>
            <a:r>
              <a:rPr lang="fr-BE" dirty="0"/>
              <a:t>athdc1.ipesdath.test</a:t>
            </a:r>
          </a:p>
          <a:p>
            <a:pPr lvl="2"/>
            <a:r>
              <a:rPr lang="fr-BE" dirty="0"/>
              <a:t>Il est </a:t>
            </a:r>
            <a:r>
              <a:rPr lang="fr-BE" dirty="0" err="1"/>
              <a:t>autoritatif</a:t>
            </a:r>
            <a:r>
              <a:rPr lang="fr-BE" dirty="0"/>
              <a:t> pour la zone </a:t>
            </a:r>
            <a:r>
              <a:rPr lang="fr-BE" dirty="0" err="1"/>
              <a:t>ipesdath.test</a:t>
            </a:r>
            <a:r>
              <a:rPr lang="fr-BE" dirty="0"/>
              <a:t> et donc il peut répondre directement en lisant ses propres enregistrements:</a:t>
            </a:r>
          </a:p>
          <a:p>
            <a:pPr lvl="3"/>
            <a:r>
              <a:rPr lang="fr-BE" dirty="0"/>
              <a:t>athdc1.ipesdath.test       192.168.0.1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Exercice: demandez lui l’IP de www.google.be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400" y="2380775"/>
            <a:ext cx="4845474" cy="245494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837782" y="4948203"/>
            <a:ext cx="237836" cy="1189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459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Configuration du serveur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Définir le vieillissement / nettoyage de toutes les zones</a:t>
            </a:r>
          </a:p>
          <a:p>
            <a:pPr lvl="1"/>
            <a:r>
              <a:rPr lang="fr-BE" dirty="0"/>
              <a:t>Dans le volet de gauche du Gestionnaire DNS, cliquez avec le bouton droit de la souris sur le serveur DNS puis  sur Définir le vieillissement/nettoyage pour toutes les zones.</a:t>
            </a:r>
          </a:p>
          <a:p>
            <a:pPr lvl="1"/>
            <a:r>
              <a:rPr lang="fr-BE" dirty="0"/>
              <a:t>Nettoyer les enregistrements de ressources obsolètes devrait être toujours sélectionnée afin que le système efface automatiquement ces enregistrements. </a:t>
            </a:r>
          </a:p>
          <a:p>
            <a:pPr lvl="1"/>
            <a:r>
              <a:rPr lang="fr-BE" dirty="0"/>
              <a:t>L’Intervalle de non actualisation indique un intervalle durant lequel il n’est pas possible de réactualiser cet  enregistrement. L’adresse IP peut être modifiée.</a:t>
            </a:r>
          </a:p>
          <a:p>
            <a:pPr lvl="1"/>
            <a:r>
              <a:rPr lang="fr-BE" dirty="0"/>
              <a:t>L’Intervalle d’actualisation indique l’intervalle durant lequel les enregistrements doivent rester dans le serveur DNS  après la fin de l’intervalle de non actualisation. Cet intervalle devrait correspondre à la durée de bail du serveur DHCP.</a:t>
            </a:r>
          </a:p>
          <a:p>
            <a:r>
              <a:rPr lang="fr-BE" dirty="0"/>
              <a:t>Effacer le cache DNS</a:t>
            </a:r>
          </a:p>
          <a:p>
            <a:pPr lvl="1"/>
            <a:r>
              <a:rPr lang="fr-BE" dirty="0"/>
              <a:t>Dans le volet de gauche, cliquez avec le bouton droit de la souris sur le nom du serveur puis cliquez sur Effacer le  cache.</a:t>
            </a:r>
          </a:p>
          <a:p>
            <a:pPr lvl="1"/>
            <a:r>
              <a:rPr lang="fr-BE" dirty="0"/>
              <a:t>Cette opération ne vide pas le cache DNS du serveur mais uniquement la zone de cache du serveur DNS. Pour vider le cache DNS d’un ordinateur, tapez la commande </a:t>
            </a:r>
            <a:r>
              <a:rPr lang="fr-BE" dirty="0" err="1"/>
              <a:t>ipconfig</a:t>
            </a:r>
            <a:r>
              <a:rPr lang="fr-BE" dirty="0"/>
              <a:t> /</a:t>
            </a:r>
            <a:r>
              <a:rPr lang="fr-BE" dirty="0" err="1"/>
              <a:t>flushdns</a:t>
            </a:r>
            <a:r>
              <a:rPr lang="fr-BE" dirty="0"/>
              <a:t> dans une invite de commande en disposant des privilèges élevés.</a:t>
            </a:r>
          </a:p>
          <a:p>
            <a:endParaRPr lang="fr-BE" dirty="0"/>
          </a:p>
          <a:p>
            <a:endParaRPr lang="fr-B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24712" cy="7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84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Outils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 err="1"/>
              <a:t>Nslookup</a:t>
            </a:r>
            <a:endParaRPr lang="fr-BE" dirty="0"/>
          </a:p>
          <a:p>
            <a:pPr lvl="1"/>
            <a:r>
              <a:rPr lang="fr-BE" dirty="0"/>
              <a:t>Utilisé pour isoler des problèmes provenant de la résolution de noms en adresses IP</a:t>
            </a:r>
          </a:p>
          <a:p>
            <a:endParaRPr lang="fr-BE" dirty="0"/>
          </a:p>
          <a:p>
            <a:r>
              <a:rPr lang="fr-BE" dirty="0" err="1"/>
              <a:t>Dnscmd</a:t>
            </a:r>
            <a:endParaRPr lang="fr-BE" dirty="0"/>
          </a:p>
          <a:p>
            <a:pPr lvl="1"/>
            <a:r>
              <a:rPr lang="fr-BE" dirty="0"/>
              <a:t>Permet de gérer complètement un serveur DNS à l’aide d’une invite de commandes ou de scripts. Il ne </a:t>
            </a:r>
            <a:r>
              <a:rPr lang="fr-BE"/>
              <a:t>peut être </a:t>
            </a:r>
            <a:r>
              <a:rPr lang="fr-BE" dirty="0"/>
              <a:t>que recommandé de l’utiliser.</a:t>
            </a:r>
          </a:p>
          <a:p>
            <a:endParaRPr lang="fr-BE" dirty="0"/>
          </a:p>
          <a:p>
            <a:r>
              <a:rPr lang="fr-BE" dirty="0" err="1"/>
              <a:t>Dnslint</a:t>
            </a:r>
            <a:endParaRPr lang="fr-BE" dirty="0"/>
          </a:p>
          <a:p>
            <a:pPr lvl="1"/>
            <a:r>
              <a:rPr lang="fr-BE" dirty="0"/>
              <a:t>A télécharger du site web de Microsoft. Il peut être utile pour aider à la résolution de problèmes et crée des  rapports au format HTML. Il peut être utilisé pour résoudre des problèmes liés à l’Active Directory comme la  réplication, mais également à un domaine particulier.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674923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982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4 – Découverte de DNS</vt:lpstr>
      <vt:lpstr>Découverte de DNS</vt:lpstr>
      <vt:lpstr>Présentation</vt:lpstr>
      <vt:lpstr>Exemple concret</vt:lpstr>
      <vt:lpstr>Installation DNS</vt:lpstr>
      <vt:lpstr>Forward Lookup Zone</vt:lpstr>
      <vt:lpstr>Reverse Lookup Zone</vt:lpstr>
      <vt:lpstr>Nslookup</vt:lpstr>
      <vt:lpstr>Configuration du serveur DNS</vt:lpstr>
      <vt:lpstr>Outils DNS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– Découverte de DNS</dc:title>
  <dc:creator>Yann Vanhemelryck</dc:creator>
  <cp:lastModifiedBy>Sébastien Sotiaux</cp:lastModifiedBy>
  <cp:revision>14</cp:revision>
  <dcterms:created xsi:type="dcterms:W3CDTF">2018-03-12T08:03:03Z</dcterms:created>
  <dcterms:modified xsi:type="dcterms:W3CDTF">2026-02-23T15:35:19Z</dcterms:modified>
</cp:coreProperties>
</file>